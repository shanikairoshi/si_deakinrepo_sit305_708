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72" r:id="rId12"/>
    <p:sldId id="273" r:id="rId13"/>
    <p:sldId id="274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96277C-28EE-484C-9490-B7F7FB1DB63C}" v="61" dt="2025-04-30T07:23:16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0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IKA IROSHI NANAYAKKARA" userId="ee3527b0-95a1-4de9-bdcf-1431cf9b2021" providerId="ADAL" clId="{5796277C-28EE-484C-9490-B7F7FB1DB63C}"/>
    <pc:docChg chg="undo custSel addSld delSld modSld">
      <pc:chgData name="SHANIKA IROSHI NANAYAKKARA" userId="ee3527b0-95a1-4de9-bdcf-1431cf9b2021" providerId="ADAL" clId="{5796277C-28EE-484C-9490-B7F7FB1DB63C}" dt="2025-04-30T08:26:21.393" v="2064" actId="1076"/>
      <pc:docMkLst>
        <pc:docMk/>
      </pc:docMkLst>
      <pc:sldChg chg="delSp mod">
        <pc:chgData name="SHANIKA IROSHI NANAYAKKARA" userId="ee3527b0-95a1-4de9-bdcf-1431cf9b2021" providerId="ADAL" clId="{5796277C-28EE-484C-9490-B7F7FB1DB63C}" dt="2025-04-30T02:00:17.854" v="1328" actId="478"/>
        <pc:sldMkLst>
          <pc:docMk/>
          <pc:sldMk cId="3821139511" sldId="256"/>
        </pc:sldMkLst>
        <pc:spChg chg="del">
          <ac:chgData name="SHANIKA IROSHI NANAYAKKARA" userId="ee3527b0-95a1-4de9-bdcf-1431cf9b2021" providerId="ADAL" clId="{5796277C-28EE-484C-9490-B7F7FB1DB63C}" dt="2025-04-30T02:00:17.854" v="1328" actId="478"/>
          <ac:spMkLst>
            <pc:docMk/>
            <pc:sldMk cId="3821139511" sldId="256"/>
            <ac:spMk id="3" creationId="{6B7EFB5E-5A2C-7E64-0828-3B1C4FF10539}"/>
          </ac:spMkLst>
        </pc:spChg>
      </pc:sldChg>
      <pc:sldChg chg="addSp delSp modSp new mod">
        <pc:chgData name="SHANIKA IROSHI NANAYAKKARA" userId="ee3527b0-95a1-4de9-bdcf-1431cf9b2021" providerId="ADAL" clId="{5796277C-28EE-484C-9490-B7F7FB1DB63C}" dt="2025-04-28T05:45:51.771" v="174" actId="478"/>
        <pc:sldMkLst>
          <pc:docMk/>
          <pc:sldMk cId="2540471932" sldId="258"/>
        </pc:sldMkLst>
        <pc:spChg chg="mod">
          <ac:chgData name="SHANIKA IROSHI NANAYAKKARA" userId="ee3527b0-95a1-4de9-bdcf-1431cf9b2021" providerId="ADAL" clId="{5796277C-28EE-484C-9490-B7F7FB1DB63C}" dt="2025-04-28T05:44:08.280" v="173" actId="5793"/>
          <ac:spMkLst>
            <pc:docMk/>
            <pc:sldMk cId="2540471932" sldId="258"/>
            <ac:spMk id="3" creationId="{8CA982B5-CC9B-1489-E6DD-6D3F65BFE18A}"/>
          </ac:spMkLst>
        </pc:spChg>
        <pc:picChg chg="add mod">
          <ac:chgData name="SHANIKA IROSHI NANAYAKKARA" userId="ee3527b0-95a1-4de9-bdcf-1431cf9b2021" providerId="ADAL" clId="{5796277C-28EE-484C-9490-B7F7FB1DB63C}" dt="2025-04-28T05:44:05.848" v="172" actId="1076"/>
          <ac:picMkLst>
            <pc:docMk/>
            <pc:sldMk cId="2540471932" sldId="258"/>
            <ac:picMk id="5" creationId="{DD5730FB-8117-2C47-6A60-937AFE45105E}"/>
          </ac:picMkLst>
        </pc:picChg>
        <pc:picChg chg="add mod">
          <ac:chgData name="SHANIKA IROSHI NANAYAKKARA" userId="ee3527b0-95a1-4de9-bdcf-1431cf9b2021" providerId="ADAL" clId="{5796277C-28EE-484C-9490-B7F7FB1DB63C}" dt="2025-04-28T05:44:04.567" v="171" actId="1076"/>
          <ac:picMkLst>
            <pc:docMk/>
            <pc:sldMk cId="2540471932" sldId="258"/>
            <ac:picMk id="7" creationId="{B280F29C-EE91-A491-5644-418871BC8184}"/>
          </ac:picMkLst>
        </pc:picChg>
      </pc:sldChg>
      <pc:sldChg chg="addSp delSp modSp new mod setBg">
        <pc:chgData name="SHANIKA IROSHI NANAYAKKARA" userId="ee3527b0-95a1-4de9-bdcf-1431cf9b2021" providerId="ADAL" clId="{5796277C-28EE-484C-9490-B7F7FB1DB63C}" dt="2025-04-30T08:26:21.393" v="2064" actId="1076"/>
        <pc:sldMkLst>
          <pc:docMk/>
          <pc:sldMk cId="2246210434" sldId="259"/>
        </pc:sldMkLst>
        <pc:spChg chg="mod">
          <ac:chgData name="SHANIKA IROSHI NANAYAKKARA" userId="ee3527b0-95a1-4de9-bdcf-1431cf9b2021" providerId="ADAL" clId="{5796277C-28EE-484C-9490-B7F7FB1DB63C}" dt="2025-04-30T08:26:21.393" v="2064" actId="1076"/>
          <ac:spMkLst>
            <pc:docMk/>
            <pc:sldMk cId="2246210434" sldId="259"/>
            <ac:spMk id="2" creationId="{23B6D25E-C955-9CDC-884A-20CBF6AF3235}"/>
          </ac:spMkLst>
        </pc:spChg>
        <pc:picChg chg="add mod ord">
          <ac:chgData name="SHANIKA IROSHI NANAYAKKARA" userId="ee3527b0-95a1-4de9-bdcf-1431cf9b2021" providerId="ADAL" clId="{5796277C-28EE-484C-9490-B7F7FB1DB63C}" dt="2025-04-28T06:02:24.928" v="229" actId="26606"/>
          <ac:picMkLst>
            <pc:docMk/>
            <pc:sldMk cId="2246210434" sldId="259"/>
            <ac:picMk id="5" creationId="{AA2C8162-BB95-6ED2-E277-C0DB13F427B7}"/>
          </ac:picMkLst>
        </pc:picChg>
        <pc:cxnChg chg="add">
          <ac:chgData name="SHANIKA IROSHI NANAYAKKARA" userId="ee3527b0-95a1-4de9-bdcf-1431cf9b2021" providerId="ADAL" clId="{5796277C-28EE-484C-9490-B7F7FB1DB63C}" dt="2025-04-28T06:02:24.928" v="229" actId="26606"/>
          <ac:cxnSpMkLst>
            <pc:docMk/>
            <pc:sldMk cId="2246210434" sldId="259"/>
            <ac:cxnSpMk id="10" creationId="{192712F8-36FA-35DF-0CE8-4098D93322A3}"/>
          </ac:cxnSpMkLst>
        </pc:cxnChg>
        <pc:cxnChg chg="add">
          <ac:chgData name="SHANIKA IROSHI NANAYAKKARA" userId="ee3527b0-95a1-4de9-bdcf-1431cf9b2021" providerId="ADAL" clId="{5796277C-28EE-484C-9490-B7F7FB1DB63C}" dt="2025-04-28T06:02:24.928" v="229" actId="26606"/>
          <ac:cxnSpMkLst>
            <pc:docMk/>
            <pc:sldMk cId="2246210434" sldId="259"/>
            <ac:cxnSpMk id="12" creationId="{AF9469B9-6468-5B6A-E832-8D4590388432}"/>
          </ac:cxnSpMkLst>
        </pc:cxnChg>
      </pc:sldChg>
      <pc:sldChg chg="addSp delSp modSp new mod">
        <pc:chgData name="SHANIKA IROSHI NANAYAKKARA" userId="ee3527b0-95a1-4de9-bdcf-1431cf9b2021" providerId="ADAL" clId="{5796277C-28EE-484C-9490-B7F7FB1DB63C}" dt="2025-04-29T05:28:46.003" v="381" actId="1076"/>
        <pc:sldMkLst>
          <pc:docMk/>
          <pc:sldMk cId="3952457656" sldId="260"/>
        </pc:sldMkLst>
        <pc:spChg chg="mod">
          <ac:chgData name="SHANIKA IROSHI NANAYAKKARA" userId="ee3527b0-95a1-4de9-bdcf-1431cf9b2021" providerId="ADAL" clId="{5796277C-28EE-484C-9490-B7F7FB1DB63C}" dt="2025-04-28T21:59:26.845" v="244" actId="20577"/>
          <ac:spMkLst>
            <pc:docMk/>
            <pc:sldMk cId="3952457656" sldId="260"/>
            <ac:spMk id="2" creationId="{AC7E6994-5794-3A04-2748-A54F906BF83E}"/>
          </ac:spMkLst>
        </pc:spChg>
        <pc:spChg chg="add del mod">
          <ac:chgData name="SHANIKA IROSHI NANAYAKKARA" userId="ee3527b0-95a1-4de9-bdcf-1431cf9b2021" providerId="ADAL" clId="{5796277C-28EE-484C-9490-B7F7FB1DB63C}" dt="2025-04-28T22:05:12.161" v="367" actId="20577"/>
          <ac:spMkLst>
            <pc:docMk/>
            <pc:sldMk cId="3952457656" sldId="260"/>
            <ac:spMk id="3" creationId="{41C8ED97-F65F-BDB0-5C54-CA8641E2C79F}"/>
          </ac:spMkLst>
        </pc:spChg>
        <pc:spChg chg="add mod">
          <ac:chgData name="SHANIKA IROSHI NANAYAKKARA" userId="ee3527b0-95a1-4de9-bdcf-1431cf9b2021" providerId="ADAL" clId="{5796277C-28EE-484C-9490-B7F7FB1DB63C}" dt="2025-04-28T22:05:19.682" v="368" actId="1076"/>
          <ac:spMkLst>
            <pc:docMk/>
            <pc:sldMk cId="3952457656" sldId="260"/>
            <ac:spMk id="9" creationId="{5B803C7B-C23D-053D-4042-E037F61776CD}"/>
          </ac:spMkLst>
        </pc:spChg>
        <pc:spChg chg="add mod">
          <ac:chgData name="SHANIKA IROSHI NANAYAKKARA" userId="ee3527b0-95a1-4de9-bdcf-1431cf9b2021" providerId="ADAL" clId="{5796277C-28EE-484C-9490-B7F7FB1DB63C}" dt="2025-04-28T22:05:23.127" v="369" actId="1076"/>
          <ac:spMkLst>
            <pc:docMk/>
            <pc:sldMk cId="3952457656" sldId="260"/>
            <ac:spMk id="10" creationId="{D5E53269-07E2-9ACD-403A-7E6FE4FDB691}"/>
          </ac:spMkLst>
        </pc:spChg>
        <pc:spChg chg="add del mod">
          <ac:chgData name="SHANIKA IROSHI NANAYAKKARA" userId="ee3527b0-95a1-4de9-bdcf-1431cf9b2021" providerId="ADAL" clId="{5796277C-28EE-484C-9490-B7F7FB1DB63C}" dt="2025-04-29T05:28:20.893" v="374" actId="478"/>
          <ac:spMkLst>
            <pc:docMk/>
            <pc:sldMk cId="3952457656" sldId="260"/>
            <ac:spMk id="13" creationId="{A3E07FDC-6C03-40F9-8704-5CD76FA7EEEA}"/>
          </ac:spMkLst>
        </pc:spChg>
        <pc:picChg chg="add mod">
          <ac:chgData name="SHANIKA IROSHI NANAYAKKARA" userId="ee3527b0-95a1-4de9-bdcf-1431cf9b2021" providerId="ADAL" clId="{5796277C-28EE-484C-9490-B7F7FB1DB63C}" dt="2025-04-29T05:28:46.003" v="381" actId="1076"/>
          <ac:picMkLst>
            <pc:docMk/>
            <pc:sldMk cId="3952457656" sldId="260"/>
            <ac:picMk id="12" creationId="{86F4DE42-40A1-A2F5-2D2B-59E366BB4A2B}"/>
          </ac:picMkLst>
        </pc:picChg>
        <pc:picChg chg="add mod">
          <ac:chgData name="SHANIKA IROSHI NANAYAKKARA" userId="ee3527b0-95a1-4de9-bdcf-1431cf9b2021" providerId="ADAL" clId="{5796277C-28EE-484C-9490-B7F7FB1DB63C}" dt="2025-04-29T05:28:41.966" v="380" actId="1076"/>
          <ac:picMkLst>
            <pc:docMk/>
            <pc:sldMk cId="3952457656" sldId="260"/>
            <ac:picMk id="15" creationId="{3F00432C-701D-1D16-0087-A327C12BE37D}"/>
          </ac:picMkLst>
        </pc:picChg>
      </pc:sldChg>
      <pc:sldChg chg="addSp delSp modSp new mod">
        <pc:chgData name="SHANIKA IROSHI NANAYAKKARA" userId="ee3527b0-95a1-4de9-bdcf-1431cf9b2021" providerId="ADAL" clId="{5796277C-28EE-484C-9490-B7F7FB1DB63C}" dt="2025-04-29T06:00:24.534" v="625" actId="1076"/>
        <pc:sldMkLst>
          <pc:docMk/>
          <pc:sldMk cId="2289222813" sldId="261"/>
        </pc:sldMkLst>
        <pc:spChg chg="mod">
          <ac:chgData name="SHANIKA IROSHI NANAYAKKARA" userId="ee3527b0-95a1-4de9-bdcf-1431cf9b2021" providerId="ADAL" clId="{5796277C-28EE-484C-9490-B7F7FB1DB63C}" dt="2025-04-29T05:48:25.093" v="407" actId="20577"/>
          <ac:spMkLst>
            <pc:docMk/>
            <pc:sldMk cId="2289222813" sldId="261"/>
            <ac:spMk id="2" creationId="{41FB0A29-00C6-3BD8-1E85-4D9A439D9A86}"/>
          </ac:spMkLst>
        </pc:spChg>
        <pc:spChg chg="mod">
          <ac:chgData name="SHANIKA IROSHI NANAYAKKARA" userId="ee3527b0-95a1-4de9-bdcf-1431cf9b2021" providerId="ADAL" clId="{5796277C-28EE-484C-9490-B7F7FB1DB63C}" dt="2025-04-29T05:57:59.977" v="616" actId="20577"/>
          <ac:spMkLst>
            <pc:docMk/>
            <pc:sldMk cId="2289222813" sldId="261"/>
            <ac:spMk id="3" creationId="{0F257D08-85AE-4A92-FC88-8E253BEBC5AD}"/>
          </ac:spMkLst>
        </pc:spChg>
        <pc:picChg chg="add del">
          <ac:chgData name="SHANIKA IROSHI NANAYAKKARA" userId="ee3527b0-95a1-4de9-bdcf-1431cf9b2021" providerId="ADAL" clId="{5796277C-28EE-484C-9490-B7F7FB1DB63C}" dt="2025-04-29T05:58:02.749" v="618" actId="22"/>
          <ac:picMkLst>
            <pc:docMk/>
            <pc:sldMk cId="2289222813" sldId="261"/>
            <ac:picMk id="5" creationId="{73301D4D-6DF1-63C0-7DAA-9CCDF253EAD7}"/>
          </ac:picMkLst>
        </pc:picChg>
        <pc:picChg chg="add del mod">
          <ac:chgData name="SHANIKA IROSHI NANAYAKKARA" userId="ee3527b0-95a1-4de9-bdcf-1431cf9b2021" providerId="ADAL" clId="{5796277C-28EE-484C-9490-B7F7FB1DB63C}" dt="2025-04-29T05:59:57.720" v="621" actId="478"/>
          <ac:picMkLst>
            <pc:docMk/>
            <pc:sldMk cId="2289222813" sldId="261"/>
            <ac:picMk id="7" creationId="{8E3962FF-6EA3-BC3C-BB49-CD5D60E160EB}"/>
          </ac:picMkLst>
        </pc:picChg>
        <pc:picChg chg="add mod">
          <ac:chgData name="SHANIKA IROSHI NANAYAKKARA" userId="ee3527b0-95a1-4de9-bdcf-1431cf9b2021" providerId="ADAL" clId="{5796277C-28EE-484C-9490-B7F7FB1DB63C}" dt="2025-04-29T06:00:01.789" v="623" actId="1076"/>
          <ac:picMkLst>
            <pc:docMk/>
            <pc:sldMk cId="2289222813" sldId="261"/>
            <ac:picMk id="9" creationId="{82C002B2-A1C2-5A7A-371F-525C2F4241B5}"/>
          </ac:picMkLst>
        </pc:picChg>
        <pc:picChg chg="add mod">
          <ac:chgData name="SHANIKA IROSHI NANAYAKKARA" userId="ee3527b0-95a1-4de9-bdcf-1431cf9b2021" providerId="ADAL" clId="{5796277C-28EE-484C-9490-B7F7FB1DB63C}" dt="2025-04-29T06:00:24.534" v="625" actId="1076"/>
          <ac:picMkLst>
            <pc:docMk/>
            <pc:sldMk cId="2289222813" sldId="261"/>
            <ac:picMk id="11" creationId="{D00D8423-8BF1-CC77-6299-1F80D6A4845B}"/>
          </ac:picMkLst>
        </pc:picChg>
      </pc:sldChg>
      <pc:sldChg chg="addSp delSp modSp new mod">
        <pc:chgData name="SHANIKA IROSHI NANAYAKKARA" userId="ee3527b0-95a1-4de9-bdcf-1431cf9b2021" providerId="ADAL" clId="{5796277C-28EE-484C-9490-B7F7FB1DB63C}" dt="2025-04-30T01:40:24.808" v="1319" actId="478"/>
        <pc:sldMkLst>
          <pc:docMk/>
          <pc:sldMk cId="3312380191" sldId="262"/>
        </pc:sldMkLst>
        <pc:spChg chg="del">
          <ac:chgData name="SHANIKA IROSHI NANAYAKKARA" userId="ee3527b0-95a1-4de9-bdcf-1431cf9b2021" providerId="ADAL" clId="{5796277C-28EE-484C-9490-B7F7FB1DB63C}" dt="2025-04-30T01:40:24.808" v="1319" actId="478"/>
          <ac:spMkLst>
            <pc:docMk/>
            <pc:sldMk cId="3312380191" sldId="262"/>
            <ac:spMk id="2" creationId="{52F596A0-B5D3-3273-7280-23D3E558B451}"/>
          </ac:spMkLst>
        </pc:spChg>
        <pc:spChg chg="mod">
          <ac:chgData name="SHANIKA IROSHI NANAYAKKARA" userId="ee3527b0-95a1-4de9-bdcf-1431cf9b2021" providerId="ADAL" clId="{5796277C-28EE-484C-9490-B7F7FB1DB63C}" dt="2025-04-29T20:44:57.670" v="976" actId="14100"/>
          <ac:spMkLst>
            <pc:docMk/>
            <pc:sldMk cId="3312380191" sldId="262"/>
            <ac:spMk id="3" creationId="{320324D9-167D-FA23-4DA6-EE9FD4D78F65}"/>
          </ac:spMkLst>
        </pc:spChg>
        <pc:spChg chg="add mod">
          <ac:chgData name="SHANIKA IROSHI NANAYAKKARA" userId="ee3527b0-95a1-4de9-bdcf-1431cf9b2021" providerId="ADAL" clId="{5796277C-28EE-484C-9490-B7F7FB1DB63C}" dt="2025-04-29T20:45:18.054" v="988" actId="14100"/>
          <ac:spMkLst>
            <pc:docMk/>
            <pc:sldMk cId="3312380191" sldId="262"/>
            <ac:spMk id="6" creationId="{4C6DD901-5453-AE2B-6525-413D097DA2ED}"/>
          </ac:spMkLst>
        </pc:spChg>
        <pc:picChg chg="add del mod">
          <ac:chgData name="SHANIKA IROSHI NANAYAKKARA" userId="ee3527b0-95a1-4de9-bdcf-1431cf9b2021" providerId="ADAL" clId="{5796277C-28EE-484C-9490-B7F7FB1DB63C}" dt="2025-04-29T20:43:59.247" v="961" actId="21"/>
          <ac:picMkLst>
            <pc:docMk/>
            <pc:sldMk cId="3312380191" sldId="262"/>
            <ac:picMk id="5" creationId="{B8335836-990E-D61C-DC25-9297D786ACA8}"/>
          </ac:picMkLst>
        </pc:picChg>
      </pc:sldChg>
      <pc:sldChg chg="addSp delSp modSp new mod">
        <pc:chgData name="SHANIKA IROSHI NANAYAKKARA" userId="ee3527b0-95a1-4de9-bdcf-1431cf9b2021" providerId="ADAL" clId="{5796277C-28EE-484C-9490-B7F7FB1DB63C}" dt="2025-04-30T01:41:22.703" v="1327" actId="14100"/>
        <pc:sldMkLst>
          <pc:docMk/>
          <pc:sldMk cId="1889525176" sldId="263"/>
        </pc:sldMkLst>
        <pc:spChg chg="del">
          <ac:chgData name="SHANIKA IROSHI NANAYAKKARA" userId="ee3527b0-95a1-4de9-bdcf-1431cf9b2021" providerId="ADAL" clId="{5796277C-28EE-484C-9490-B7F7FB1DB63C}" dt="2025-04-30T01:41:17.059" v="1324" actId="478"/>
          <ac:spMkLst>
            <pc:docMk/>
            <pc:sldMk cId="1889525176" sldId="263"/>
            <ac:spMk id="2" creationId="{CD075332-7835-EE2C-6DF3-86EAF0650FCE}"/>
          </ac:spMkLst>
        </pc:spChg>
        <pc:spChg chg="del">
          <ac:chgData name="SHANIKA IROSHI NANAYAKKARA" userId="ee3527b0-95a1-4de9-bdcf-1431cf9b2021" providerId="ADAL" clId="{5796277C-28EE-484C-9490-B7F7FB1DB63C}" dt="2025-04-30T01:41:14.804" v="1322" actId="22"/>
          <ac:spMkLst>
            <pc:docMk/>
            <pc:sldMk cId="1889525176" sldId="263"/>
            <ac:spMk id="3" creationId="{0FA79E3D-B1FF-C89B-636A-619D52DBEF62}"/>
          </ac:spMkLst>
        </pc:spChg>
        <pc:picChg chg="add del mod">
          <ac:chgData name="SHANIKA IROSHI NANAYAKKARA" userId="ee3527b0-95a1-4de9-bdcf-1431cf9b2021" providerId="ADAL" clId="{5796277C-28EE-484C-9490-B7F7FB1DB63C}" dt="2025-04-30T01:40:49.030" v="1321" actId="478"/>
          <ac:picMkLst>
            <pc:docMk/>
            <pc:sldMk cId="1889525176" sldId="263"/>
            <ac:picMk id="5" creationId="{397D467F-CE8C-22F3-9EBC-C552F0A8DD61}"/>
          </ac:picMkLst>
        </pc:picChg>
        <pc:picChg chg="add mod ord">
          <ac:chgData name="SHANIKA IROSHI NANAYAKKARA" userId="ee3527b0-95a1-4de9-bdcf-1431cf9b2021" providerId="ADAL" clId="{5796277C-28EE-484C-9490-B7F7FB1DB63C}" dt="2025-04-30T01:41:22.703" v="1327" actId="14100"/>
          <ac:picMkLst>
            <pc:docMk/>
            <pc:sldMk cId="1889525176" sldId="263"/>
            <ac:picMk id="7" creationId="{E2EA90D0-EC3E-A36B-150E-52731A17E46E}"/>
          </ac:picMkLst>
        </pc:picChg>
      </pc:sldChg>
      <pc:sldChg chg="addSp modSp new mod">
        <pc:chgData name="SHANIKA IROSHI NANAYAKKARA" userId="ee3527b0-95a1-4de9-bdcf-1431cf9b2021" providerId="ADAL" clId="{5796277C-28EE-484C-9490-B7F7FB1DB63C}" dt="2025-04-29T06:39:50.810" v="956" actId="20577"/>
        <pc:sldMkLst>
          <pc:docMk/>
          <pc:sldMk cId="3052679610" sldId="264"/>
        </pc:sldMkLst>
        <pc:spChg chg="mod">
          <ac:chgData name="SHANIKA IROSHI NANAYAKKARA" userId="ee3527b0-95a1-4de9-bdcf-1431cf9b2021" providerId="ADAL" clId="{5796277C-28EE-484C-9490-B7F7FB1DB63C}" dt="2025-04-29T06:31:54.888" v="805" actId="20577"/>
          <ac:spMkLst>
            <pc:docMk/>
            <pc:sldMk cId="3052679610" sldId="264"/>
            <ac:spMk id="2" creationId="{10E1D21C-BFB2-8416-54DB-77B71C449681}"/>
          </ac:spMkLst>
        </pc:spChg>
        <pc:spChg chg="mod">
          <ac:chgData name="SHANIKA IROSHI NANAYAKKARA" userId="ee3527b0-95a1-4de9-bdcf-1431cf9b2021" providerId="ADAL" clId="{5796277C-28EE-484C-9490-B7F7FB1DB63C}" dt="2025-04-29T06:39:50.810" v="956" actId="20577"/>
          <ac:spMkLst>
            <pc:docMk/>
            <pc:sldMk cId="3052679610" sldId="264"/>
            <ac:spMk id="3" creationId="{ED932588-CD71-D16C-7C55-D74259F01DE6}"/>
          </ac:spMkLst>
        </pc:spChg>
        <pc:picChg chg="add mod">
          <ac:chgData name="SHANIKA IROSHI NANAYAKKARA" userId="ee3527b0-95a1-4de9-bdcf-1431cf9b2021" providerId="ADAL" clId="{5796277C-28EE-484C-9490-B7F7FB1DB63C}" dt="2025-04-29T06:39:47.307" v="955" actId="14100"/>
          <ac:picMkLst>
            <pc:docMk/>
            <pc:sldMk cId="3052679610" sldId="264"/>
            <ac:picMk id="5" creationId="{7C276566-60F6-2F15-0C4E-903C8CA60D59}"/>
          </ac:picMkLst>
        </pc:picChg>
      </pc:sldChg>
      <pc:sldChg chg="addSp delSp modSp new del mod setBg">
        <pc:chgData name="SHANIKA IROSHI NANAYAKKARA" userId="ee3527b0-95a1-4de9-bdcf-1431cf9b2021" providerId="ADAL" clId="{5796277C-28EE-484C-9490-B7F7FB1DB63C}" dt="2025-04-30T01:40:43.600" v="1320" actId="47"/>
        <pc:sldMkLst>
          <pc:docMk/>
          <pc:sldMk cId="177965040" sldId="265"/>
        </pc:sldMkLst>
        <pc:spChg chg="del">
          <ac:chgData name="SHANIKA IROSHI NANAYAKKARA" userId="ee3527b0-95a1-4de9-bdcf-1431cf9b2021" providerId="ADAL" clId="{5796277C-28EE-484C-9490-B7F7FB1DB63C}" dt="2025-04-29T20:44:05.272" v="964" actId="26606"/>
          <ac:spMkLst>
            <pc:docMk/>
            <pc:sldMk cId="177965040" sldId="265"/>
            <ac:spMk id="2" creationId="{D1C58913-219E-1CD2-14EB-05B3DD38F2EF}"/>
          </ac:spMkLst>
        </pc:spChg>
        <pc:spChg chg="del">
          <ac:chgData name="SHANIKA IROSHI NANAYAKKARA" userId="ee3527b0-95a1-4de9-bdcf-1431cf9b2021" providerId="ADAL" clId="{5796277C-28EE-484C-9490-B7F7FB1DB63C}" dt="2025-04-29T20:44:05.272" v="964" actId="26606"/>
          <ac:spMkLst>
            <pc:docMk/>
            <pc:sldMk cId="177965040" sldId="265"/>
            <ac:spMk id="3" creationId="{DA475728-91CB-4AA5-4E83-1C0735840B41}"/>
          </ac:spMkLst>
        </pc:spChg>
        <pc:picChg chg="add mod">
          <ac:chgData name="SHANIKA IROSHI NANAYAKKARA" userId="ee3527b0-95a1-4de9-bdcf-1431cf9b2021" providerId="ADAL" clId="{5796277C-28EE-484C-9490-B7F7FB1DB63C}" dt="2025-04-29T20:44:05.272" v="964" actId="26606"/>
          <ac:picMkLst>
            <pc:docMk/>
            <pc:sldMk cId="177965040" sldId="265"/>
            <ac:picMk id="5" creationId="{B8335836-990E-D61C-DC25-9297D786ACA8}"/>
          </ac:picMkLst>
        </pc:picChg>
      </pc:sldChg>
      <pc:sldChg chg="addSp modSp new mod setBg">
        <pc:chgData name="SHANIKA IROSHI NANAYAKKARA" userId="ee3527b0-95a1-4de9-bdcf-1431cf9b2021" providerId="ADAL" clId="{5796277C-28EE-484C-9490-B7F7FB1DB63C}" dt="2025-04-30T02:04:16.775" v="1369" actId="14100"/>
        <pc:sldMkLst>
          <pc:docMk/>
          <pc:sldMk cId="1847132315" sldId="266"/>
        </pc:sldMkLst>
        <pc:spChg chg="mod">
          <ac:chgData name="SHANIKA IROSHI NANAYAKKARA" userId="ee3527b0-95a1-4de9-bdcf-1431cf9b2021" providerId="ADAL" clId="{5796277C-28EE-484C-9490-B7F7FB1DB63C}" dt="2025-04-30T02:04:16.775" v="1369" actId="14100"/>
          <ac:spMkLst>
            <pc:docMk/>
            <pc:sldMk cId="1847132315" sldId="266"/>
            <ac:spMk id="2" creationId="{9482A874-11F3-F8AC-B770-913B893A8761}"/>
          </ac:spMkLst>
        </pc:spChg>
        <pc:spChg chg="mod">
          <ac:chgData name="SHANIKA IROSHI NANAYAKKARA" userId="ee3527b0-95a1-4de9-bdcf-1431cf9b2021" providerId="ADAL" clId="{5796277C-28EE-484C-9490-B7F7FB1DB63C}" dt="2025-04-30T00:21:29.203" v="1169" actId="20577"/>
          <ac:spMkLst>
            <pc:docMk/>
            <pc:sldMk cId="1847132315" sldId="266"/>
            <ac:spMk id="3" creationId="{FBBDDB87-F4FC-0013-7414-312F15203C7D}"/>
          </ac:spMkLst>
        </pc:spChg>
        <pc:spChg chg="add">
          <ac:chgData name="SHANIKA IROSHI NANAYAKKARA" userId="ee3527b0-95a1-4de9-bdcf-1431cf9b2021" providerId="ADAL" clId="{5796277C-28EE-484C-9490-B7F7FB1DB63C}" dt="2025-04-30T00:21:05.336" v="1150" actId="26606"/>
          <ac:spMkLst>
            <pc:docMk/>
            <pc:sldMk cId="1847132315" sldId="266"/>
            <ac:spMk id="10" creationId="{2B97F24A-32CE-4C1C-A50D-3016B394DCFB}"/>
          </ac:spMkLst>
        </pc:spChg>
        <pc:spChg chg="add">
          <ac:chgData name="SHANIKA IROSHI NANAYAKKARA" userId="ee3527b0-95a1-4de9-bdcf-1431cf9b2021" providerId="ADAL" clId="{5796277C-28EE-484C-9490-B7F7FB1DB63C}" dt="2025-04-30T00:21:05.336" v="1150" actId="26606"/>
          <ac:spMkLst>
            <pc:docMk/>
            <pc:sldMk cId="1847132315" sldId="266"/>
            <ac:spMk id="12" creationId="{6357EC4F-235E-4222-A36F-C7878ACE37F2}"/>
          </ac:spMkLst>
        </pc:spChg>
        <pc:picChg chg="add mod">
          <ac:chgData name="SHANIKA IROSHI NANAYAKKARA" userId="ee3527b0-95a1-4de9-bdcf-1431cf9b2021" providerId="ADAL" clId="{5796277C-28EE-484C-9490-B7F7FB1DB63C}" dt="2025-04-30T00:21:05.336" v="1150" actId="26606"/>
          <ac:picMkLst>
            <pc:docMk/>
            <pc:sldMk cId="1847132315" sldId="266"/>
            <ac:picMk id="5" creationId="{27DC7151-1521-FC90-8473-DB1748166792}"/>
          </ac:picMkLst>
        </pc:picChg>
      </pc:sldChg>
      <pc:sldChg chg="addSp delSp modSp new mod">
        <pc:chgData name="SHANIKA IROSHI NANAYAKKARA" userId="ee3527b0-95a1-4de9-bdcf-1431cf9b2021" providerId="ADAL" clId="{5796277C-28EE-484C-9490-B7F7FB1DB63C}" dt="2025-04-30T00:26:31.505" v="1216" actId="20577"/>
        <pc:sldMkLst>
          <pc:docMk/>
          <pc:sldMk cId="2956028102" sldId="267"/>
        </pc:sldMkLst>
        <pc:spChg chg="mod">
          <ac:chgData name="SHANIKA IROSHI NANAYAKKARA" userId="ee3527b0-95a1-4de9-bdcf-1431cf9b2021" providerId="ADAL" clId="{5796277C-28EE-484C-9490-B7F7FB1DB63C}" dt="2025-04-30T00:24:53.567" v="1193" actId="20577"/>
          <ac:spMkLst>
            <pc:docMk/>
            <pc:sldMk cId="2956028102" sldId="267"/>
            <ac:spMk id="2" creationId="{7D5450DE-770A-B164-6289-02BA2D4DED4D}"/>
          </ac:spMkLst>
        </pc:spChg>
        <pc:spChg chg="del">
          <ac:chgData name="SHANIKA IROSHI NANAYAKKARA" userId="ee3527b0-95a1-4de9-bdcf-1431cf9b2021" providerId="ADAL" clId="{5796277C-28EE-484C-9490-B7F7FB1DB63C}" dt="2025-04-30T00:24:44.082" v="1171" actId="22"/>
          <ac:spMkLst>
            <pc:docMk/>
            <pc:sldMk cId="2956028102" sldId="267"/>
            <ac:spMk id="3" creationId="{00B04FB7-06C8-61B5-5B1E-7F420A869786}"/>
          </ac:spMkLst>
        </pc:spChg>
        <pc:spChg chg="add mod ord">
          <ac:chgData name="SHANIKA IROSHI NANAYAKKARA" userId="ee3527b0-95a1-4de9-bdcf-1431cf9b2021" providerId="ADAL" clId="{5796277C-28EE-484C-9490-B7F7FB1DB63C}" dt="2025-04-30T00:25:19.070" v="1197" actId="171"/>
          <ac:spMkLst>
            <pc:docMk/>
            <pc:sldMk cId="2956028102" sldId="267"/>
            <ac:spMk id="6" creationId="{01DDF1AA-A298-2DD5-2268-99258A71BC53}"/>
          </ac:spMkLst>
        </pc:spChg>
        <pc:spChg chg="add mod">
          <ac:chgData name="SHANIKA IROSHI NANAYAKKARA" userId="ee3527b0-95a1-4de9-bdcf-1431cf9b2021" providerId="ADAL" clId="{5796277C-28EE-484C-9490-B7F7FB1DB63C}" dt="2025-04-30T00:26:31.505" v="1216" actId="20577"/>
          <ac:spMkLst>
            <pc:docMk/>
            <pc:sldMk cId="2956028102" sldId="267"/>
            <ac:spMk id="9" creationId="{4B50774C-3227-6BF8-3AE4-9A71AB28B27E}"/>
          </ac:spMkLst>
        </pc:spChg>
        <pc:picChg chg="add mod ord">
          <ac:chgData name="SHANIKA IROSHI NANAYAKKARA" userId="ee3527b0-95a1-4de9-bdcf-1431cf9b2021" providerId="ADAL" clId="{5796277C-28EE-484C-9490-B7F7FB1DB63C}" dt="2025-04-30T00:24:57.220" v="1194" actId="1076"/>
          <ac:picMkLst>
            <pc:docMk/>
            <pc:sldMk cId="2956028102" sldId="267"/>
            <ac:picMk id="5" creationId="{8373EBB1-9F15-0F47-64A5-D02291310929}"/>
          </ac:picMkLst>
        </pc:picChg>
        <pc:inkChg chg="add">
          <ac:chgData name="SHANIKA IROSHI NANAYAKKARA" userId="ee3527b0-95a1-4de9-bdcf-1431cf9b2021" providerId="ADAL" clId="{5796277C-28EE-484C-9490-B7F7FB1DB63C}" dt="2025-04-30T00:25:31.885" v="1198" actId="9405"/>
          <ac:inkMkLst>
            <pc:docMk/>
            <pc:sldMk cId="2956028102" sldId="267"/>
            <ac:inkMk id="7" creationId="{533AED86-836E-46D1-3D35-FA9FE5FCB417}"/>
          </ac:inkMkLst>
        </pc:inkChg>
        <pc:inkChg chg="add">
          <ac:chgData name="SHANIKA IROSHI NANAYAKKARA" userId="ee3527b0-95a1-4de9-bdcf-1431cf9b2021" providerId="ADAL" clId="{5796277C-28EE-484C-9490-B7F7FB1DB63C}" dt="2025-04-30T00:25:40.972" v="1199" actId="9405"/>
          <ac:inkMkLst>
            <pc:docMk/>
            <pc:sldMk cId="2956028102" sldId="267"/>
            <ac:inkMk id="8" creationId="{73C9459F-6D62-A12D-1A78-385D65786E10}"/>
          </ac:inkMkLst>
        </pc:inkChg>
      </pc:sldChg>
      <pc:sldChg chg="addSp delSp modSp new mod setBg">
        <pc:chgData name="SHANIKA IROSHI NANAYAKKARA" userId="ee3527b0-95a1-4de9-bdcf-1431cf9b2021" providerId="ADAL" clId="{5796277C-28EE-484C-9490-B7F7FB1DB63C}" dt="2025-04-30T00:31:23.989" v="1247" actId="1076"/>
        <pc:sldMkLst>
          <pc:docMk/>
          <pc:sldMk cId="2726863559" sldId="268"/>
        </pc:sldMkLst>
        <pc:spChg chg="mod">
          <ac:chgData name="SHANIKA IROSHI NANAYAKKARA" userId="ee3527b0-95a1-4de9-bdcf-1431cf9b2021" providerId="ADAL" clId="{5796277C-28EE-484C-9490-B7F7FB1DB63C}" dt="2025-04-30T00:31:17.295" v="1244" actId="26606"/>
          <ac:spMkLst>
            <pc:docMk/>
            <pc:sldMk cId="2726863559" sldId="268"/>
            <ac:spMk id="2" creationId="{DE6E0DC6-0EE9-DC54-FFE9-62AFD5AC0FBF}"/>
          </ac:spMkLst>
        </pc:spChg>
        <pc:spChg chg="del">
          <ac:chgData name="SHANIKA IROSHI NANAYAKKARA" userId="ee3527b0-95a1-4de9-bdcf-1431cf9b2021" providerId="ADAL" clId="{5796277C-28EE-484C-9490-B7F7FB1DB63C}" dt="2025-04-30T00:31:05.484" v="1240" actId="22"/>
          <ac:spMkLst>
            <pc:docMk/>
            <pc:sldMk cId="2726863559" sldId="268"/>
            <ac:spMk id="3" creationId="{BB5123F0-0B43-5386-C898-8EBADAE8D237}"/>
          </ac:spMkLst>
        </pc:spChg>
        <pc:spChg chg="add del">
          <ac:chgData name="SHANIKA IROSHI NANAYAKKARA" userId="ee3527b0-95a1-4de9-bdcf-1431cf9b2021" providerId="ADAL" clId="{5796277C-28EE-484C-9490-B7F7FB1DB63C}" dt="2025-04-30T00:31:17.295" v="1244" actId="26606"/>
          <ac:spMkLst>
            <pc:docMk/>
            <pc:sldMk cId="2726863559" sldId="268"/>
            <ac:spMk id="9" creationId="{2AE59829-DE5A-4AD3-ACC2-A14F10866A04}"/>
          </ac:spMkLst>
        </pc:spChg>
        <pc:spChg chg="add del">
          <ac:chgData name="SHANIKA IROSHI NANAYAKKARA" userId="ee3527b0-95a1-4de9-bdcf-1431cf9b2021" providerId="ADAL" clId="{5796277C-28EE-484C-9490-B7F7FB1DB63C}" dt="2025-04-30T00:31:17.295" v="1244" actId="26606"/>
          <ac:spMkLst>
            <pc:docMk/>
            <pc:sldMk cId="2726863559" sldId="268"/>
            <ac:spMk id="12" creationId="{66E48AFA-8884-4F68-A44F-D2C1E8609C5A}"/>
          </ac:spMkLst>
        </pc:spChg>
        <pc:spChg chg="add del">
          <ac:chgData name="SHANIKA IROSHI NANAYAKKARA" userId="ee3527b0-95a1-4de9-bdcf-1431cf9b2021" providerId="ADAL" clId="{5796277C-28EE-484C-9490-B7F7FB1DB63C}" dt="2025-04-30T00:31:17.295" v="1244" actId="26606"/>
          <ac:spMkLst>
            <pc:docMk/>
            <pc:sldMk cId="2726863559" sldId="268"/>
            <ac:spMk id="14" creationId="{969D19A6-08CB-498C-93EC-3FFB021FC68A}"/>
          </ac:spMkLst>
        </pc:spChg>
        <pc:picChg chg="add mod ord">
          <ac:chgData name="SHANIKA IROSHI NANAYAKKARA" userId="ee3527b0-95a1-4de9-bdcf-1431cf9b2021" providerId="ADAL" clId="{5796277C-28EE-484C-9490-B7F7FB1DB63C}" dt="2025-04-30T00:31:23.989" v="1247" actId="1076"/>
          <ac:picMkLst>
            <pc:docMk/>
            <pc:sldMk cId="2726863559" sldId="268"/>
            <ac:picMk id="5" creationId="{BA812889-BD05-C9BE-B417-314F20C40FF5}"/>
          </ac:picMkLst>
        </pc:picChg>
      </pc:sldChg>
      <pc:sldChg chg="addSp delSp modSp new mod">
        <pc:chgData name="SHANIKA IROSHI NANAYAKKARA" userId="ee3527b0-95a1-4de9-bdcf-1431cf9b2021" providerId="ADAL" clId="{5796277C-28EE-484C-9490-B7F7FB1DB63C}" dt="2025-04-30T00:43:01.358" v="1297"/>
        <pc:sldMkLst>
          <pc:docMk/>
          <pc:sldMk cId="2379313889" sldId="269"/>
        </pc:sldMkLst>
        <pc:spChg chg="mod">
          <ac:chgData name="SHANIKA IROSHI NANAYAKKARA" userId="ee3527b0-95a1-4de9-bdcf-1431cf9b2021" providerId="ADAL" clId="{5796277C-28EE-484C-9490-B7F7FB1DB63C}" dt="2025-04-30T00:41:05.537" v="1294" actId="20577"/>
          <ac:spMkLst>
            <pc:docMk/>
            <pc:sldMk cId="2379313889" sldId="269"/>
            <ac:spMk id="3" creationId="{24E08CE9-724C-0575-8642-2B23BC63511E}"/>
          </ac:spMkLst>
        </pc:spChg>
        <pc:spChg chg="add mod">
          <ac:chgData name="SHANIKA IROSHI NANAYAKKARA" userId="ee3527b0-95a1-4de9-bdcf-1431cf9b2021" providerId="ADAL" clId="{5796277C-28EE-484C-9490-B7F7FB1DB63C}" dt="2025-04-30T00:40:55.724" v="1266" actId="1076"/>
          <ac:spMkLst>
            <pc:docMk/>
            <pc:sldMk cId="2379313889" sldId="269"/>
            <ac:spMk id="4" creationId="{D7D8BBDA-EBD9-481F-79B9-3C267F17DE74}"/>
          </ac:spMkLst>
        </pc:spChg>
        <pc:spChg chg="add del mod">
          <ac:chgData name="SHANIKA IROSHI NANAYAKKARA" userId="ee3527b0-95a1-4de9-bdcf-1431cf9b2021" providerId="ADAL" clId="{5796277C-28EE-484C-9490-B7F7FB1DB63C}" dt="2025-04-30T00:43:01.358" v="1297"/>
          <ac:spMkLst>
            <pc:docMk/>
            <pc:sldMk cId="2379313889" sldId="269"/>
            <ac:spMk id="5" creationId="{DA68C03A-6AD1-205A-8194-8EFF7EC5C176}"/>
          </ac:spMkLst>
        </pc:spChg>
      </pc:sldChg>
      <pc:sldChg chg="addSp delSp modSp new mod setBg">
        <pc:chgData name="SHANIKA IROSHI NANAYAKKARA" userId="ee3527b0-95a1-4de9-bdcf-1431cf9b2021" providerId="ADAL" clId="{5796277C-28EE-484C-9490-B7F7FB1DB63C}" dt="2025-04-30T00:43:12.788" v="1318" actId="26606"/>
        <pc:sldMkLst>
          <pc:docMk/>
          <pc:sldMk cId="672331876" sldId="270"/>
        </pc:sldMkLst>
        <pc:spChg chg="mod">
          <ac:chgData name="SHANIKA IROSHI NANAYAKKARA" userId="ee3527b0-95a1-4de9-bdcf-1431cf9b2021" providerId="ADAL" clId="{5796277C-28EE-484C-9490-B7F7FB1DB63C}" dt="2025-04-30T00:43:12.788" v="1318" actId="26606"/>
          <ac:spMkLst>
            <pc:docMk/>
            <pc:sldMk cId="672331876" sldId="270"/>
            <ac:spMk id="2" creationId="{6C30CB44-A787-FB89-7936-6055EBFA2CFA}"/>
          </ac:spMkLst>
        </pc:spChg>
        <pc:spChg chg="del">
          <ac:chgData name="SHANIKA IROSHI NANAYAKKARA" userId="ee3527b0-95a1-4de9-bdcf-1431cf9b2021" providerId="ADAL" clId="{5796277C-28EE-484C-9490-B7F7FB1DB63C}" dt="2025-04-30T00:43:08.694" v="1315" actId="22"/>
          <ac:spMkLst>
            <pc:docMk/>
            <pc:sldMk cId="672331876" sldId="270"/>
            <ac:spMk id="3" creationId="{4BAB76BB-2E83-6237-9E0F-45192917FED5}"/>
          </ac:spMkLst>
        </pc:spChg>
        <pc:spChg chg="add">
          <ac:chgData name="SHANIKA IROSHI NANAYAKKARA" userId="ee3527b0-95a1-4de9-bdcf-1431cf9b2021" providerId="ADAL" clId="{5796277C-28EE-484C-9490-B7F7FB1DB63C}" dt="2025-04-30T00:43:12.788" v="1318" actId="26606"/>
          <ac:spMkLst>
            <pc:docMk/>
            <pc:sldMk cId="672331876" sldId="270"/>
            <ac:spMk id="9" creationId="{0DA07324-C74A-6E95-5CB6-C39D8CF1EB2E}"/>
          </ac:spMkLst>
        </pc:spChg>
        <pc:spChg chg="add">
          <ac:chgData name="SHANIKA IROSHI NANAYAKKARA" userId="ee3527b0-95a1-4de9-bdcf-1431cf9b2021" providerId="ADAL" clId="{5796277C-28EE-484C-9490-B7F7FB1DB63C}" dt="2025-04-30T00:43:12.788" v="1318" actId="26606"/>
          <ac:spMkLst>
            <pc:docMk/>
            <pc:sldMk cId="672331876" sldId="270"/>
            <ac:spMk id="12" creationId="{22587ECF-85E9-4393-9D87-8EB6F3F6C208}"/>
          </ac:spMkLst>
        </pc:spChg>
        <pc:picChg chg="add mod ord">
          <ac:chgData name="SHANIKA IROSHI NANAYAKKARA" userId="ee3527b0-95a1-4de9-bdcf-1431cf9b2021" providerId="ADAL" clId="{5796277C-28EE-484C-9490-B7F7FB1DB63C}" dt="2025-04-30T00:43:12.788" v="1318" actId="26606"/>
          <ac:picMkLst>
            <pc:docMk/>
            <pc:sldMk cId="672331876" sldId="270"/>
            <ac:picMk id="5" creationId="{169FCECF-D6DB-E360-D6FF-E50DAB1A4260}"/>
          </ac:picMkLst>
        </pc:picChg>
      </pc:sldChg>
      <pc:sldChg chg="delSp modSp new mod">
        <pc:chgData name="SHANIKA IROSHI NANAYAKKARA" userId="ee3527b0-95a1-4de9-bdcf-1431cf9b2021" providerId="ADAL" clId="{5796277C-28EE-484C-9490-B7F7FB1DB63C}" dt="2025-04-30T06:05:01.921" v="1454" actId="1076"/>
        <pc:sldMkLst>
          <pc:docMk/>
          <pc:sldMk cId="463704668" sldId="271"/>
        </pc:sldMkLst>
        <pc:spChg chg="mod">
          <ac:chgData name="SHANIKA IROSHI NANAYAKKARA" userId="ee3527b0-95a1-4de9-bdcf-1431cf9b2021" providerId="ADAL" clId="{5796277C-28EE-484C-9490-B7F7FB1DB63C}" dt="2025-04-30T06:05:01.921" v="1454" actId="1076"/>
          <ac:spMkLst>
            <pc:docMk/>
            <pc:sldMk cId="463704668" sldId="271"/>
            <ac:spMk id="2" creationId="{997E619B-976A-70AA-64AC-ECE4A05F11D5}"/>
          </ac:spMkLst>
        </pc:spChg>
        <pc:spChg chg="del">
          <ac:chgData name="SHANIKA IROSHI NANAYAKKARA" userId="ee3527b0-95a1-4de9-bdcf-1431cf9b2021" providerId="ADAL" clId="{5796277C-28EE-484C-9490-B7F7FB1DB63C}" dt="2025-04-30T06:04:59.422" v="1453" actId="478"/>
          <ac:spMkLst>
            <pc:docMk/>
            <pc:sldMk cId="463704668" sldId="271"/>
            <ac:spMk id="3" creationId="{261772DE-737A-F71D-ECEC-DC5D0EB24AF7}"/>
          </ac:spMkLst>
        </pc:spChg>
      </pc:sldChg>
      <pc:sldChg chg="addSp modSp new mod setBg">
        <pc:chgData name="SHANIKA IROSHI NANAYAKKARA" userId="ee3527b0-95a1-4de9-bdcf-1431cf9b2021" providerId="ADAL" clId="{5796277C-28EE-484C-9490-B7F7FB1DB63C}" dt="2025-04-30T06:12:59.382" v="1899" actId="1076"/>
        <pc:sldMkLst>
          <pc:docMk/>
          <pc:sldMk cId="905546630" sldId="272"/>
        </pc:sldMkLst>
        <pc:spChg chg="mod">
          <ac:chgData name="SHANIKA IROSHI NANAYAKKARA" userId="ee3527b0-95a1-4de9-bdcf-1431cf9b2021" providerId="ADAL" clId="{5796277C-28EE-484C-9490-B7F7FB1DB63C}" dt="2025-04-30T06:07:37.706" v="1628" actId="26606"/>
          <ac:spMkLst>
            <pc:docMk/>
            <pc:sldMk cId="905546630" sldId="272"/>
            <ac:spMk id="2" creationId="{BCEEC976-01D5-56B9-61E6-133FE51B6BD4}"/>
          </ac:spMkLst>
        </pc:spChg>
        <pc:spChg chg="mod">
          <ac:chgData name="SHANIKA IROSHI NANAYAKKARA" userId="ee3527b0-95a1-4de9-bdcf-1431cf9b2021" providerId="ADAL" clId="{5796277C-28EE-484C-9490-B7F7FB1DB63C}" dt="2025-04-30T06:10:20.792" v="1897" actId="20577"/>
          <ac:spMkLst>
            <pc:docMk/>
            <pc:sldMk cId="905546630" sldId="272"/>
            <ac:spMk id="3" creationId="{5875793A-6F1D-C7EE-3EB2-3B0A37FC010B}"/>
          </ac:spMkLst>
        </pc:spChg>
        <pc:spChg chg="add">
          <ac:chgData name="SHANIKA IROSHI NANAYAKKARA" userId="ee3527b0-95a1-4de9-bdcf-1431cf9b2021" providerId="ADAL" clId="{5796277C-28EE-484C-9490-B7F7FB1DB63C}" dt="2025-04-30T06:07:37.706" v="1628" actId="26606"/>
          <ac:spMkLst>
            <pc:docMk/>
            <pc:sldMk cId="905546630" sldId="272"/>
            <ac:spMk id="10" creationId="{0E3596DD-156A-473E-9BB3-C6A29F7574E9}"/>
          </ac:spMkLst>
        </pc:spChg>
        <pc:spChg chg="add">
          <ac:chgData name="SHANIKA IROSHI NANAYAKKARA" userId="ee3527b0-95a1-4de9-bdcf-1431cf9b2021" providerId="ADAL" clId="{5796277C-28EE-484C-9490-B7F7FB1DB63C}" dt="2025-04-30T06:07:37.706" v="1628" actId="26606"/>
          <ac:spMkLst>
            <pc:docMk/>
            <pc:sldMk cId="905546630" sldId="272"/>
            <ac:spMk id="12" creationId="{2C46C4D6-C474-4E92-B52E-944C1118F7B6}"/>
          </ac:spMkLst>
        </pc:spChg>
        <pc:picChg chg="add mod">
          <ac:chgData name="SHANIKA IROSHI NANAYAKKARA" userId="ee3527b0-95a1-4de9-bdcf-1431cf9b2021" providerId="ADAL" clId="{5796277C-28EE-484C-9490-B7F7FB1DB63C}" dt="2025-04-30T06:07:45.460" v="1632" actId="1076"/>
          <ac:picMkLst>
            <pc:docMk/>
            <pc:sldMk cId="905546630" sldId="272"/>
            <ac:picMk id="5" creationId="{41080A7A-A921-5456-BD21-10093588FCB2}"/>
          </ac:picMkLst>
        </pc:picChg>
        <pc:picChg chg="add mod">
          <ac:chgData name="SHANIKA IROSHI NANAYAKKARA" userId="ee3527b0-95a1-4de9-bdcf-1431cf9b2021" providerId="ADAL" clId="{5796277C-28EE-484C-9490-B7F7FB1DB63C}" dt="2025-04-30T06:12:59.382" v="1899" actId="1076"/>
          <ac:picMkLst>
            <pc:docMk/>
            <pc:sldMk cId="905546630" sldId="272"/>
            <ac:picMk id="8" creationId="{19529506-1842-3410-3729-24ECB873B4AA}"/>
          </ac:picMkLst>
        </pc:picChg>
        <pc:inkChg chg="add">
          <ac:chgData name="SHANIKA IROSHI NANAYAKKARA" userId="ee3527b0-95a1-4de9-bdcf-1431cf9b2021" providerId="ADAL" clId="{5796277C-28EE-484C-9490-B7F7FB1DB63C}" dt="2025-04-30T06:07:52.871" v="1633" actId="9405"/>
          <ac:inkMkLst>
            <pc:docMk/>
            <pc:sldMk cId="905546630" sldId="272"/>
            <ac:inkMk id="6" creationId="{0952021F-7D94-9886-2D27-CC619FDFA9EC}"/>
          </ac:inkMkLst>
        </pc:inkChg>
      </pc:sldChg>
      <pc:sldChg chg="addSp delSp modSp new mod setBg">
        <pc:chgData name="SHANIKA IROSHI NANAYAKKARA" userId="ee3527b0-95a1-4de9-bdcf-1431cf9b2021" providerId="ADAL" clId="{5796277C-28EE-484C-9490-B7F7FB1DB63C}" dt="2025-04-30T07:19:19.025" v="1969" actId="1076"/>
        <pc:sldMkLst>
          <pc:docMk/>
          <pc:sldMk cId="1012631623" sldId="273"/>
        </pc:sldMkLst>
        <pc:spChg chg="mod">
          <ac:chgData name="SHANIKA IROSHI NANAYAKKARA" userId="ee3527b0-95a1-4de9-bdcf-1431cf9b2021" providerId="ADAL" clId="{5796277C-28EE-484C-9490-B7F7FB1DB63C}" dt="2025-04-30T06:31:37.952" v="1904" actId="26606"/>
          <ac:spMkLst>
            <pc:docMk/>
            <pc:sldMk cId="1012631623" sldId="273"/>
            <ac:spMk id="2" creationId="{44E07DB3-3E31-DBB9-72F3-E5AAC06A6AC1}"/>
          </ac:spMkLst>
        </pc:spChg>
        <pc:spChg chg="del">
          <ac:chgData name="SHANIKA IROSHI NANAYAKKARA" userId="ee3527b0-95a1-4de9-bdcf-1431cf9b2021" providerId="ADAL" clId="{5796277C-28EE-484C-9490-B7F7FB1DB63C}" dt="2025-04-30T06:31:25.817" v="1901"/>
          <ac:spMkLst>
            <pc:docMk/>
            <pc:sldMk cId="1012631623" sldId="273"/>
            <ac:spMk id="3" creationId="{A5DA1FA5-EFC1-3411-D764-7355249AD6D6}"/>
          </ac:spMkLst>
        </pc:spChg>
        <pc:spChg chg="add mod">
          <ac:chgData name="SHANIKA IROSHI NANAYAKKARA" userId="ee3527b0-95a1-4de9-bdcf-1431cf9b2021" providerId="ADAL" clId="{5796277C-28EE-484C-9490-B7F7FB1DB63C}" dt="2025-04-30T07:17:37.261" v="1961" actId="20577"/>
          <ac:spMkLst>
            <pc:docMk/>
            <pc:sldMk cId="1012631623" sldId="273"/>
            <ac:spMk id="4" creationId="{F89EAC02-B8A4-558C-F0CA-40C677A44508}"/>
          </ac:spMkLst>
        </pc:spChg>
        <pc:spChg chg="add del">
          <ac:chgData name="SHANIKA IROSHI NANAYAKKARA" userId="ee3527b0-95a1-4de9-bdcf-1431cf9b2021" providerId="ADAL" clId="{5796277C-28EE-484C-9490-B7F7FB1DB63C}" dt="2025-04-30T07:15:54.462" v="1920" actId="478"/>
          <ac:spMkLst>
            <pc:docMk/>
            <pc:sldMk cId="1012631623" sldId="273"/>
            <ac:spMk id="5" creationId="{0F980CF5-B5A8-DE8C-D101-0D8945988121}"/>
          </ac:spMkLst>
        </pc:spChg>
        <pc:spChg chg="add mod">
          <ac:chgData name="SHANIKA IROSHI NANAYAKKARA" userId="ee3527b0-95a1-4de9-bdcf-1431cf9b2021" providerId="ADAL" clId="{5796277C-28EE-484C-9490-B7F7FB1DB63C}" dt="2025-04-30T07:16:46.112" v="1933" actId="1076"/>
          <ac:spMkLst>
            <pc:docMk/>
            <pc:sldMk cId="1012631623" sldId="273"/>
            <ac:spMk id="7" creationId="{4516A570-1486-5C78-A5F3-317460E88A43}"/>
          </ac:spMkLst>
        </pc:spChg>
        <pc:spChg chg="add mod">
          <ac:chgData name="SHANIKA IROSHI NANAYAKKARA" userId="ee3527b0-95a1-4de9-bdcf-1431cf9b2021" providerId="ADAL" clId="{5796277C-28EE-484C-9490-B7F7FB1DB63C}" dt="2025-04-30T07:17:04.796" v="1948" actId="1076"/>
          <ac:spMkLst>
            <pc:docMk/>
            <pc:sldMk cId="1012631623" sldId="273"/>
            <ac:spMk id="8" creationId="{74E07090-3324-5185-861B-1982D6F954FF}"/>
          </ac:spMkLst>
        </pc:spChg>
        <pc:spChg chg="add">
          <ac:chgData name="SHANIKA IROSHI NANAYAKKARA" userId="ee3527b0-95a1-4de9-bdcf-1431cf9b2021" providerId="ADAL" clId="{5796277C-28EE-484C-9490-B7F7FB1DB63C}" dt="2025-04-30T06:31:37.952" v="1904" actId="26606"/>
          <ac:spMkLst>
            <pc:docMk/>
            <pc:sldMk cId="1012631623" sldId="273"/>
            <ac:spMk id="9" creationId="{100EDD19-6802-4EC3-95CE-CFFAB042CFD6}"/>
          </ac:spMkLst>
        </pc:spChg>
        <pc:spChg chg="add">
          <ac:chgData name="SHANIKA IROSHI NANAYAKKARA" userId="ee3527b0-95a1-4de9-bdcf-1431cf9b2021" providerId="ADAL" clId="{5796277C-28EE-484C-9490-B7F7FB1DB63C}" dt="2025-04-30T06:31:37.952" v="1904" actId="26606"/>
          <ac:spMkLst>
            <pc:docMk/>
            <pc:sldMk cId="1012631623" sldId="273"/>
            <ac:spMk id="11" creationId="{DB17E863-922E-4C26-BD64-E8FD41D28661}"/>
          </ac:spMkLst>
        </pc:spChg>
        <pc:picChg chg="add del mod">
          <ac:chgData name="SHANIKA IROSHI NANAYAKKARA" userId="ee3527b0-95a1-4de9-bdcf-1431cf9b2021" providerId="ADAL" clId="{5796277C-28EE-484C-9490-B7F7FB1DB63C}" dt="2025-04-30T07:19:12.886" v="1964" actId="478"/>
          <ac:picMkLst>
            <pc:docMk/>
            <pc:sldMk cId="1012631623" sldId="273"/>
            <ac:picMk id="12" creationId="{7D1A9F8B-5E38-2EEE-6FDC-FDD89730ABE8}"/>
          </ac:picMkLst>
        </pc:picChg>
        <pc:picChg chg="add mod">
          <ac:chgData name="SHANIKA IROSHI NANAYAKKARA" userId="ee3527b0-95a1-4de9-bdcf-1431cf9b2021" providerId="ADAL" clId="{5796277C-28EE-484C-9490-B7F7FB1DB63C}" dt="2025-04-30T07:19:19.025" v="1969" actId="1076"/>
          <ac:picMkLst>
            <pc:docMk/>
            <pc:sldMk cId="1012631623" sldId="273"/>
            <ac:picMk id="14" creationId="{00B287A8-C50D-47D9-332B-695719E571D2}"/>
          </ac:picMkLst>
        </pc:picChg>
      </pc:sldChg>
      <pc:sldChg chg="addSp modSp new mod">
        <pc:chgData name="SHANIKA IROSHI NANAYAKKARA" userId="ee3527b0-95a1-4de9-bdcf-1431cf9b2021" providerId="ADAL" clId="{5796277C-28EE-484C-9490-B7F7FB1DB63C}" dt="2025-04-30T07:23:16.943" v="2063" actId="1076"/>
        <pc:sldMkLst>
          <pc:docMk/>
          <pc:sldMk cId="2179958128" sldId="274"/>
        </pc:sldMkLst>
        <pc:spChg chg="mod">
          <ac:chgData name="SHANIKA IROSHI NANAYAKKARA" userId="ee3527b0-95a1-4de9-bdcf-1431cf9b2021" providerId="ADAL" clId="{5796277C-28EE-484C-9490-B7F7FB1DB63C}" dt="2025-04-30T07:19:50.030" v="1993" actId="20577"/>
          <ac:spMkLst>
            <pc:docMk/>
            <pc:sldMk cId="2179958128" sldId="274"/>
            <ac:spMk id="2" creationId="{3C92FF0D-7071-EBB4-EF25-45F5892D4045}"/>
          </ac:spMkLst>
        </pc:spChg>
        <pc:spChg chg="mod">
          <ac:chgData name="SHANIKA IROSHI NANAYAKKARA" userId="ee3527b0-95a1-4de9-bdcf-1431cf9b2021" providerId="ADAL" clId="{5796277C-28EE-484C-9490-B7F7FB1DB63C}" dt="2025-04-30T07:23:12.291" v="2062" actId="20577"/>
          <ac:spMkLst>
            <pc:docMk/>
            <pc:sldMk cId="2179958128" sldId="274"/>
            <ac:spMk id="3" creationId="{3ACD207B-F3ED-5466-44A8-7F2DDD23565F}"/>
          </ac:spMkLst>
        </pc:spChg>
        <pc:spChg chg="add mod">
          <ac:chgData name="SHANIKA IROSHI NANAYAKKARA" userId="ee3527b0-95a1-4de9-bdcf-1431cf9b2021" providerId="ADAL" clId="{5796277C-28EE-484C-9490-B7F7FB1DB63C}" dt="2025-04-30T07:23:16.943" v="2063" actId="1076"/>
          <ac:spMkLst>
            <pc:docMk/>
            <pc:sldMk cId="2179958128" sldId="274"/>
            <ac:spMk id="4" creationId="{48243BC0-FD8B-99BA-8BB8-2CDB40202B9E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30T06:07:52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1706 305 24575,'0'-2'0,"0"-1"0,0 1 0,0-1 0,-1 1 0,1-1 0,-1 1 0,0 0 0,1-1 0,-1 1 0,0 0 0,-1 0 0,1-1 0,0 1 0,-1 0 0,1 0 0,-1 0 0,1 0 0,-1 1 0,0-1 0,-3-2 0,0 1 0,-1 0 0,1 0 0,0 0 0,-1 1 0,0 0 0,1 1 0,-1-1 0,-9-1 0,-10 1 0,1 1 0,-1 0 0,-30 5 0,-90 13 0,-64 4 0,73-22 0,-59 2 0,169 2 0,1 1 0,-1 1 0,1 1 0,-1 1 0,2 2 0,-29 12 0,13-1 0,0 1 0,-65 47 0,85-53 0,4-5 0,1 1 0,0 1 0,0 0 0,1 1 0,1 0 0,0 1 0,1 0 0,-20 32 0,-123 239 0,149-272 0,1 1 0,0-1 0,1 1 0,0 0 0,-2 23 0,3-20 0,0 1 0,-12 33 0,5-23 0,1 0 0,1 1 0,1 1 0,2-1 0,-2 31 0,5 150 0,3-129 0,1-41 0,1-1 0,2 0 0,2-1 0,1 1 0,2-1 0,2-1 0,1 0 0,2-1 0,2 0 0,1-1 0,28 41 0,108 176 0,-37-60 0,-95-160 0,2-2 0,1 0 0,1-2 0,36 31 0,6-2 0,115 74 0,-146-109 0,1-2 0,1-1 0,74 23 0,132 24 0,-201-55 0,68 13 0,192 17 0,119-29 0,-383-12 0,181-10 0,-199 7 0,0-1 0,0-1 0,0 0 0,-1-2 0,0-1 0,0 0 0,35-21 0,-51 26 0,0-1 0,-1 0 0,1 0 0,-1-1 0,0 0 0,0 1 0,0-1 0,-1 0 0,0-1 0,0 1 0,0 0 0,-1-1 0,4-11 0,1-7 0,-2 0 0,4-28 0,-4 20 0,3-23 0,-5 28 0,1 1 0,2 0 0,16-49 0,-12 44 0,-1 0 0,-2 0 0,7-60 0,-3 15 0,2-40 0,-4 0 0,-10-167 0,-2 103 0,0 135 0,-3 0 0,-1 0 0,-3 0 0,-1 1 0,-18-43 0,14 40 0,0-3 0,-1-6 0,-2 0 0,-3 1 0,-2 1 0,-36-61 0,58 114 0,-53-87 0,-3 2 0,-5 3 0,-79-84 0,-83-40 0,139 133 0,72 63 0,-1 1 0,0 0 0,-1 1 0,0 0 0,-1 2 0,0-1 0,-18-4 0,-124-29 0,81 24 0,-298-68 0,370 84 0,0 0 0,0 1 0,0-1 0,0 1 0,0 0 0,0 0 0,0 0 0,0 1 0,-1 0 0,2 0 0,-7 2 0,8-2 0,1 1 0,-1-1 0,1 1 0,0-1 0,0 1 0,-1 0 0,1 0 0,0 0 0,1 0 0,-1 1 0,0-1 0,1 0 0,-1 1 0,1-1 0,0 1 0,0-1 0,0 1 0,0 0 0,0 0 0,0-1 0,0 7 0,-9 46-72,1-9-574,-5 64-1,13-81-6179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30T00:25:31.8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1315 1 24575,'-46'11'0,"12"0"0,-278 24 0,293-33 0,1 2 0,0-1 0,1 2 0,-1 0 0,1 2 0,0-1 0,0 2 0,1 0 0,0 1 0,-18 15 0,12-12 0,-1-1 0,0 0 0,0-2 0,-1-1 0,-46 10 0,-32 12 0,71-20 0,1 1 0,0 2 0,1 1 0,1 2 0,0 0 0,1 2 0,1 1 0,-41 39 0,34-27 0,28-27 0,-1 1 0,1-1 0,0 1 0,0 0 0,0 0 0,1 1 0,0-1 0,0 1 0,1 0 0,-1 0 0,1 0 0,0 1 0,1-1 0,0 1 0,-3 13 0,-9 52 0,7-38 0,1 1 0,-1 36 0,7-60 0,0 0 0,1 1 0,0-1 0,0 0 0,2 0 0,-1 0 0,1 0 0,1 0 0,0-1 0,8 16 0,4 3 0,1-1 0,2-1 0,1 0 0,1-1 0,1-2 0,32 29 0,-47-48 0,1 0 0,1 0 0,-1-1 0,1 0 0,0 0 0,-1-1 0,2 0 0,-1 0 0,0-1 0,0-1 0,17 2 0,16-2 0,59-4 0,-30-1 0,-26 3 0,0-3 0,0-1 0,65-17 0,-28 5 0,1 3 0,98-3 0,169 13 0,-230 4 0,-93 2 0,0 0 0,33 8 0,37 4 0,-59-10 0,0 1 0,58 17 0,-33-7 0,80 5 0,-69-12 0,40 2 0,152-6 0,-163-6 0,0 4 0,105 16 0,-117-3 0,1-4 0,113-2 0,396-10 0,-574 2 0,-1 2 0,0 1 0,-1 1 0,33 11 0,-31-8 0,0-1 0,0-2 0,47 5 0,-56-11 0,0 0 0,0-1 0,-1-1 0,1-1 0,-1 0 0,28-12 0,-1 2 0,-11 7 0,1 1 0,0 2 0,0 1 0,0 2 0,58 5 0,-2-1 0,1905-3 0,-1963 1 0,50 10 0,-60-7 0,-1-1 0,0-1 0,1-1 0,-1-1 0,41-4 0,72-12 0,15-3 0,-8-9 0,-98 19 0,44-2 0,-16 2 0,107-5 0,-48 6 0,42-5 0,164-23 0,-271 27 0,-44 7 0,0-1 0,-1-1 0,1-1 0,24-8 0,-42 11 0,0 0 0,0 0 0,-1 0 0,1 0 0,0 0 0,-1-1 0,1 1 0,-1-1 0,0 0 0,0 0 0,0 1 0,0-1 0,-1-1 0,1 1 0,-1 0 0,0 0 0,0 0 0,0-1 0,0 1 0,0-1 0,-1 1 0,1-7 0,0-11 0,-1-1 0,-4-35 0,0 19 0,5-12 0,0 32 0,-1-1 0,-1 1 0,-4-26 0,4 39 0,0 0 0,0 0 0,-1 0 0,0 0 0,0 0 0,0 1 0,-1-1 0,1 1 0,-1-1 0,0 1 0,0 0 0,-1 0 0,1 1 0,-1-1 0,0 1 0,-7-6 0,-134-70 0,75 44 0,54 28 0,-1 1 0,1 1 0,-1 0 0,-34-4 0,6 0 0,-2 2 0,-1 2 0,0 3 0,-80 4 0,25 1 0,-744-3 0,691 13 0,31 0 0,48-8 0,-1 4 0,2 4 0,-1 2 0,-73 27 0,115-33 0,0-1 0,0-1 0,-63 2 0,-110-9 0,91-2 0,-75-13 0,4 0 0,179 15 0,-54-1 0,1 3 0,-108 16 0,-34 26 0,163-35 0,0-1 0,-1-3 0,-49 1 0,-126-12 0,54-7 0,-70-3 0,202 15 0,-5 3 0,0-2 0,0-2 0,0-2 0,1 0 0,-1-3 0,-44-14 0,62 15 0,-1 2 0,1-1 0,-1 2 0,1 0 0,-22 1 0,-99 4 0,49 1 0,28-5 0,0-2 0,1-4 0,-64-15 0,-180-60 0,204 53 0,82 25 0,-63-17 0,1-4 0,-151-70 0,173 66 0,35 19 0,1-1 0,0-1 0,1-1 0,0-1 0,-35-31 0,52 41 0,-1 1 0,1 0 0,-1 1 0,0-1 0,0 1 0,0 0 0,0 0 0,-1 1 0,1 0 0,-1 0 0,0 1 0,1-1 0,-13 1 0,-11-1 0,-57 5 0,32 0 0,44-3 0,0 0 0,0 1 0,0 1 0,0 0 0,0 0 0,0 1 0,0 0 0,1 1 0,-1 0 0,1 0 0,0 2 0,0-1 0,1 1 0,-11 8 0,10-6 0,0-1 0,-1-1 0,0 0 0,-1 0 0,1-1 0,-1 0 0,0-1 0,0-1 0,0 0 0,-21 2 0,5-2 0,-1-2 0,0 0 0,-44-7 0,70 6 7,0-1-1,0 1 0,0-1 0,1 0 1,-1 0-1,0 0 0,1 0 1,-1 0-1,1-1 0,-1 1 1,1-1-1,0 1 0,-1-1 0,1 0 1,0 0-1,0 0 0,1 0 1,-3-3-1,0-2-254,0 0 1,0-1-1,1 1 1,0-1-1,-2-7 1,-2-9-6579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30T00:25:40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24575,'4'5'0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8DDD7-1F83-7CB1-6528-A8AF514DB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42C53-D786-419F-112A-AE3DB8959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7B646-8720-9979-4C75-01706603C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308E-E499-45D2-815A-8540AE6A2C4A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74E11-0BE4-06B0-A9F8-8AF64A826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7AB88-91E0-F086-69EF-EE5A5B6B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71DD-6947-48EE-AB6F-34293E140C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81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FBBDF-4D41-5294-110E-FFD97240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F9F6A-D074-DDCB-F69E-CC405514D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B004B-3409-FD2D-41D1-22A5D3396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308E-E499-45D2-815A-8540AE6A2C4A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BD3D3-61F4-B681-5715-C7C6DDD16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1ED65-9F44-E697-0604-F6B861F87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71DD-6947-48EE-AB6F-34293E140C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7868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73EFB-5BF1-E148-86CF-54800CE9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6B61D-388C-D5F0-79D7-E2F8890DB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44613-7249-7D96-4E87-1C1A5C22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308E-E499-45D2-815A-8540AE6A2C4A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B2AFA-75C0-A45E-AEC3-1057E4E3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EB00C-F6EE-0FBA-0006-D983640EB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71DD-6947-48EE-AB6F-34293E140C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7449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B805A-8B4B-166A-8A5E-CF84E5F6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DA6E-0487-FE16-A395-2AB94BE5FC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3E9B60-85BE-23E1-E598-E1AE8E61A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94058-A9B8-0333-699C-A08BF1B5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308E-E499-45D2-815A-8540AE6A2C4A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7DAD0-27F5-0813-5760-A018AB503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52763-83AE-AF8E-FBB2-BC7B2B062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71DD-6947-48EE-AB6F-34293E140C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5150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6A537-2C8F-B126-57A4-0F9094E8E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65B23-A296-48BC-43D6-0D468B90E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4ED6E-333A-7BDB-C0C9-1993959BD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7DFE3C-0909-DD00-0EC5-FC91A168D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398DB-5D96-3F8C-08AF-F026E73988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733D64-C813-DE17-AA78-92CB23C45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308E-E499-45D2-815A-8540AE6A2C4A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3E5192-7717-E0A7-2383-5FF95FEC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078888-FEAE-A701-931B-FB4F2BC94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71DD-6947-48EE-AB6F-34293E140C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2595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AF4D-0EB4-C972-F227-B811E3C2E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379B90-2DF1-708B-859B-F4C91BC5E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308E-E499-45D2-815A-8540AE6A2C4A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4E38E-919E-19F6-A97F-F3E434CCC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3D277E-3D98-CC7E-B2F4-C38C18D7A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71DD-6947-48EE-AB6F-34293E140C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8301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A74BB8-F66C-73CC-FA0F-C6AA41FB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308E-E499-45D2-815A-8540AE6A2C4A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4FA5DA-548D-9ED1-8B78-8AB570206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68D3A-B0ED-A83D-30E6-D2860DE0C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71DD-6947-48EE-AB6F-34293E140C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7523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B5DF-1B68-D280-CCFF-3899D980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87A51-9523-51E5-6027-07BB6B720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16677-36C7-6262-4097-DCA899E49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31FD3-744E-E579-8F97-BCEBE345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308E-E499-45D2-815A-8540AE6A2C4A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FBD56-95C3-F538-4744-233F2961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291E7-826F-8F47-5566-5C8D86767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71DD-6947-48EE-AB6F-34293E140C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74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C9895-5DE6-2ADB-AA2D-DEE44BE0F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D907BA-D096-8D4A-9738-1F64C8828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26CED-4DE2-D54E-C207-7AC08607B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2CB0C-4A16-DCB8-1F3E-15097A092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308E-E499-45D2-815A-8540AE6A2C4A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CB708-B359-0B52-ED14-F266FA7C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E2A34-3F21-8B09-09E5-2FEE466B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71DD-6947-48EE-AB6F-34293E140C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691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85D5-46FE-4280-D1CE-CAE09C788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FD425-1116-C914-8EB8-15A2D15D3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116EA-2B4B-7904-D6F8-C597154C6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308E-E499-45D2-815A-8540AE6A2C4A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68DEC-7965-D366-A122-8558FC1ED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5211B-E11E-7A5A-425E-E90E3A962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71DD-6947-48EE-AB6F-34293E140C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0973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425734-F396-2685-05A3-7067399C94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D295B-7EB3-D6CA-25BF-125CCD64B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D7283-6C5B-D66D-274E-3F537CA3D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308E-E499-45D2-815A-8540AE6A2C4A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9DA48-7588-5F33-D5AB-DD473FA00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1005A-FA6C-7810-DC84-1D6F8B90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71DD-6947-48EE-AB6F-34293E140C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7836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7A83F0-71A0-507D-596C-5EA39BDFB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E20DE-BFF1-8708-5D26-5A89EAADC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670DC-195E-E39C-2275-71F9EABD3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4308E-E499-45D2-815A-8540AE6A2C4A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432D4-4492-3C7E-3C96-3F0EEFCE5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EF2F8-E55C-5C2D-DEFA-1F875080C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E71DD-6947-48EE-AB6F-34293E140C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8529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customXml" Target="../ink/ink3.xml"/><Relationship Id="rId4" Type="http://schemas.openxmlformats.org/officeDocument/2006/relationships/image" Target="../media/image1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502AB-0546-7670-62D7-188645FF96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08 - Media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1139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404642-5FCA-544C-AB5F-1FB5356FD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600"/>
              <a:t>Set up Media Player</a:t>
            </a:r>
            <a:endParaRPr lang="en-AU" sz="46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E8B03-AFCD-2ADE-F852-6D29745AA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/>
              <a:t>Create new project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Add button. To .xml file and set constraints.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Create New resource directory.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Place your .mp3 file inside Raw folder.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(.</a:t>
            </a:r>
            <a:r>
              <a:rPr lang="en-US" sz="2200" dirty="0" err="1"/>
              <a:t>mps</a:t>
            </a:r>
            <a:r>
              <a:rPr lang="en-US" sz="2200" dirty="0"/>
              <a:t> file should name in lowercase letters)</a:t>
            </a:r>
          </a:p>
          <a:p>
            <a:pPr marL="514350" indent="-514350">
              <a:buFont typeface="+mj-lt"/>
              <a:buAutoNum type="arabicPeriod"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AU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AC412-AC9D-486B-424A-355A79320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254328"/>
            <a:ext cx="6903720" cy="434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97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982B5-CC9B-1489-E6DD-6D3F65BFE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variables</a:t>
            </a:r>
          </a:p>
          <a:p>
            <a:r>
              <a:rPr lang="en-US" dirty="0"/>
              <a:t>Add </a:t>
            </a:r>
            <a:r>
              <a:rPr lang="en-US" dirty="0" err="1"/>
              <a:t>onClick</a:t>
            </a:r>
            <a:r>
              <a:rPr lang="en-US" dirty="0"/>
              <a:t> listener</a:t>
            </a:r>
          </a:p>
          <a:p>
            <a:r>
              <a:rPr lang="en-US" dirty="0"/>
              <a:t> Change same button to different functions</a:t>
            </a:r>
          </a:p>
          <a:p>
            <a:endParaRPr lang="en-US" dirty="0"/>
          </a:p>
          <a:p>
            <a:r>
              <a:rPr lang="en-US" dirty="0"/>
              <a:t>To release resources callback function </a:t>
            </a:r>
          </a:p>
          <a:p>
            <a:pPr marL="0" indent="0">
              <a:buNone/>
            </a:pPr>
            <a:r>
              <a:rPr lang="en-US" dirty="0" err="1"/>
              <a:t>onDestroy</a:t>
            </a:r>
            <a:r>
              <a:rPr lang="en-US" dirty="0"/>
              <a:t> use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730FB-8117-2C47-6A60-937AFE451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750" y="1504984"/>
            <a:ext cx="3686689" cy="34294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80F29C-EE91-A491-5644-418871BC8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148" y="4320886"/>
            <a:ext cx="2905530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471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6D25E-C955-9CDC-884A-20CBF6AF3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49" y="1141712"/>
            <a:ext cx="7923815" cy="11295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Provide Duration - SetOnCompletionListener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2C8162-BB95-6ED2-E277-C0DB13F427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139" y="2945342"/>
            <a:ext cx="10478721" cy="183377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210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6994-5794-3A04-2748-A54F906BF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</a:t>
            </a:r>
            <a:r>
              <a:rPr lang="en-US" dirty="0" err="1"/>
              <a:t>SeekBar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8ED97-F65F-BDB0-5C54-CA8641E2C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8324294"/>
          </a:xfrm>
        </p:spPr>
        <p:txBody>
          <a:bodyPr/>
          <a:lstStyle/>
          <a:p>
            <a:r>
              <a:rPr lang="en-US" dirty="0"/>
              <a:t>Add variable </a:t>
            </a:r>
          </a:p>
          <a:p>
            <a:r>
              <a:rPr lang="en-US" dirty="0"/>
              <a:t>Add inside </a:t>
            </a:r>
            <a:r>
              <a:rPr lang="en-US" dirty="0" err="1"/>
              <a:t>onCreate</a:t>
            </a:r>
            <a:r>
              <a:rPr lang="en-US" dirty="0"/>
              <a:t> method.</a:t>
            </a:r>
          </a:p>
          <a:p>
            <a:r>
              <a:rPr lang="en-US" dirty="0"/>
              <a:t>Set the </a:t>
            </a:r>
            <a:r>
              <a:rPr lang="en-US" dirty="0" err="1"/>
              <a:t>setOnSeekBarChangeListener</a:t>
            </a:r>
            <a:r>
              <a:rPr lang="en-US" dirty="0"/>
              <a:t> with methods.</a:t>
            </a:r>
            <a:endParaRPr lang="en-AU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B803C7B-C23D-053D-4042-E037F6177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7100" y="1662261"/>
            <a:ext cx="3701668" cy="46166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SeekBar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seekBar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5E53269-07E2-9ACD-403A-7E6FE4FDB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290033"/>
            <a:ext cx="4691270" cy="36933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seekBar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findViewById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R.id.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seekBar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F4DE42-40A1-A2F5-2D2B-59E366BB4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748" y="3546461"/>
            <a:ext cx="5704178" cy="31108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00432C-701D-1D16-0087-A327C12BE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748" y="2784764"/>
            <a:ext cx="5113521" cy="63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45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B0A29-00C6-3BD8-1E85-4D9A439D9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 video – </a:t>
            </a:r>
            <a:r>
              <a:rPr lang="en-US" dirty="0" err="1"/>
              <a:t>videoview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57D08-85AE-4A92-FC88-8E253BEBC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Create new project.</a:t>
            </a:r>
          </a:p>
          <a:p>
            <a:pPr marL="514350" indent="-514350">
              <a:buAutoNum type="arabicPeriod"/>
            </a:pPr>
            <a:r>
              <a:rPr lang="en-US" dirty="0"/>
              <a:t>Place </a:t>
            </a:r>
            <a:r>
              <a:rPr lang="en-US" dirty="0" err="1"/>
              <a:t>VideoView</a:t>
            </a:r>
            <a:r>
              <a:rPr lang="en-US" dirty="0"/>
              <a:t> into .xml file</a:t>
            </a:r>
          </a:p>
          <a:p>
            <a:pPr marL="0" indent="0">
              <a:buNone/>
            </a:pPr>
            <a:r>
              <a:rPr lang="en-US" dirty="0"/>
              <a:t>Go to Palette-&gt;Widget-&gt;</a:t>
            </a:r>
            <a:r>
              <a:rPr lang="en-US" dirty="0" err="1"/>
              <a:t>VideoView</a:t>
            </a:r>
            <a:endParaRPr lang="en-US" dirty="0"/>
          </a:p>
          <a:p>
            <a:pPr marL="514350" indent="-514350">
              <a:buAutoNum type="arabicPeriod" startAt="3"/>
            </a:pPr>
            <a:r>
              <a:rPr lang="en-US" dirty="0"/>
              <a:t>Put constraints to 0dp</a:t>
            </a:r>
          </a:p>
          <a:p>
            <a:pPr marL="514350" indent="-514350">
              <a:buAutoNum type="arabicPeriod" startAt="3"/>
            </a:pPr>
            <a:r>
              <a:rPr lang="en-US" dirty="0"/>
              <a:t>Set constraints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C002B2-A1C2-5A7A-371F-525C2F424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214" y="371160"/>
            <a:ext cx="4038808" cy="61217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0D8423-8BF1-CC77-6299-1F80D6A48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055" y="4391719"/>
            <a:ext cx="2940201" cy="129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22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324D9-167D-FA23-4DA6-EE9FD4D78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019366" cy="11533663"/>
          </a:xfrm>
        </p:spPr>
        <p:txBody>
          <a:bodyPr/>
          <a:lstStyle/>
          <a:p>
            <a:r>
              <a:rPr lang="en-US" dirty="0"/>
              <a:t>Set the dimension of the video to prevent being stretched; 4:3</a:t>
            </a:r>
          </a:p>
          <a:p>
            <a:r>
              <a:rPr lang="en-US" dirty="0"/>
              <a:t>Add new resource directory and name it as raw and place video file inside it.</a:t>
            </a:r>
          </a:p>
          <a:p>
            <a:endParaRPr lang="en-US" dirty="0"/>
          </a:p>
          <a:p>
            <a:r>
              <a:rPr lang="en-US" dirty="0"/>
              <a:t>Add </a:t>
            </a:r>
            <a:endParaRPr lang="en-AU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C6DD901-5453-AE2B-6525-413D097DA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155" y="5301206"/>
            <a:ext cx="5530467" cy="46166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videoView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.findViewById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R.id.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videoView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380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2EA90D0-EC3E-A36B-150E-52731A17E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4374" y="600075"/>
            <a:ext cx="6349526" cy="5849310"/>
          </a:xfrm>
        </p:spPr>
      </p:pic>
    </p:spTree>
    <p:extLst>
      <p:ext uri="{BB962C8B-B14F-4D97-AF65-F5344CB8AC3E}">
        <p14:creationId xmlns:p14="http://schemas.microsoft.com/office/powerpoint/2010/main" val="1889525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D21C-BFB2-8416-54DB-77B71C44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media controller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32588-CD71-D16C-7C55-D74259F01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media controller object within </a:t>
            </a:r>
            <a:r>
              <a:rPr lang="en-US" dirty="0" err="1"/>
              <a:t>oncreate</a:t>
            </a:r>
            <a:r>
              <a:rPr lang="en-US" dirty="0"/>
              <a:t> method.</a:t>
            </a:r>
          </a:p>
          <a:p>
            <a:endParaRPr lang="en-US" dirty="0"/>
          </a:p>
          <a:p>
            <a:r>
              <a:rPr lang="en-US" dirty="0"/>
              <a:t>Connect controller to media player</a:t>
            </a:r>
          </a:p>
          <a:p>
            <a:r>
              <a:rPr lang="en-US" dirty="0"/>
              <a:t>Make reverse connection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276566-60F6-2F15-0C4E-903C8CA60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230" y="3792978"/>
            <a:ext cx="5791602" cy="227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679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619B-976A-70AA-64AC-ECE4A05F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546350"/>
            <a:ext cx="10515600" cy="1325563"/>
          </a:xfrm>
        </p:spPr>
        <p:txBody>
          <a:bodyPr/>
          <a:lstStyle/>
          <a:p>
            <a:r>
              <a:rPr lang="en-US" dirty="0"/>
              <a:t>Add  video based on user preference from download folder.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3704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EC976-01D5-56B9-61E6-133FE51B6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sz="3100"/>
              <a:t>How to put media or any files inside the download folder of emulator.</a:t>
            </a:r>
            <a:endParaRPr lang="en-AU" sz="3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5793A-6F1D-C7EE-3EB2-3B0A37FC0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 Go to device explorer</a:t>
            </a:r>
          </a:p>
          <a:p>
            <a:pPr lvl="1"/>
            <a:r>
              <a:rPr lang="en-US" sz="2000" dirty="0"/>
              <a:t>If you cannot find the device explorer; </a:t>
            </a:r>
          </a:p>
          <a:p>
            <a:pPr lvl="1"/>
            <a:r>
              <a:rPr lang="en-US" sz="2000" dirty="0"/>
              <a:t>Click on search and type device explorer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Then you will get the running emulator’s details.</a:t>
            </a:r>
          </a:p>
          <a:p>
            <a:pPr lvl="1"/>
            <a:r>
              <a:rPr lang="en-US" sz="2000" dirty="0"/>
              <a:t>Select what you want.</a:t>
            </a:r>
          </a:p>
          <a:p>
            <a:pPr lvl="1"/>
            <a:r>
              <a:rPr lang="en-US" sz="2000" dirty="0"/>
              <a:t>Go to files-&gt; storage-&gt;emulated-&gt;0-&gt;Download</a:t>
            </a:r>
          </a:p>
          <a:p>
            <a:pPr lvl="1"/>
            <a:r>
              <a:rPr lang="en-US" sz="2000" dirty="0"/>
              <a:t>Now you can drag and drop your files into any folder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080A7A-A921-5456-BD21-10093588F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820" y="0"/>
            <a:ext cx="6189344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952021F-7D94-9886-2D27-CC619FDFA9EC}"/>
                  </a:ext>
                </a:extLst>
              </p14:cNvPr>
              <p14:cNvContentPartPr/>
              <p14:nvPr/>
            </p14:nvContentPartPr>
            <p14:xfrm>
              <a:off x="9481498" y="-398313"/>
              <a:ext cx="1029240" cy="1125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952021F-7D94-9886-2D27-CC619FDFA9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72498" y="-406953"/>
                <a:ext cx="1046880" cy="1143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9529506-1842-3410-3729-24ECB873B4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727" y="3295476"/>
            <a:ext cx="3515216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46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E07DB3-3E31-DBB9-72F3-E5AAC06A6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endParaRPr lang="en-AU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9EAC02-B8A4-558C-F0CA-40C677A445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   1. Add private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VideoView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uservideoView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;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2200" dirty="0">
              <a:latin typeface="JetBrains Mono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sz="2200" dirty="0">
                <a:latin typeface="JetBrains Mono"/>
              </a:rPr>
              <a:t>    2.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2200" dirty="0">
              <a:latin typeface="JetBrains Mono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sz="2200" dirty="0">
                <a:latin typeface="JetBrains Mono"/>
              </a:rPr>
              <a:t>    3.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16A570-1486-5C78-A5F3-317460E88A43}"/>
              </a:ext>
            </a:extLst>
          </p:cNvPr>
          <p:cNvSpPr txBox="1"/>
          <p:nvPr/>
        </p:nvSpPr>
        <p:spPr>
          <a:xfrm>
            <a:off x="1831540" y="2301626"/>
            <a:ext cx="6181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private Button </a:t>
            </a:r>
            <a:r>
              <a:rPr lang="en-AU" dirty="0" err="1"/>
              <a:t>btn_userVideo</a:t>
            </a:r>
            <a:r>
              <a:rPr lang="en-AU" dirty="0"/>
              <a:t>;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4E07090-3324-5185-861B-1982D6F95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72103"/>
            <a:ext cx="4762500" cy="46166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uservideoView</a:t>
            </a:r>
            <a:r>
              <a:rPr lang="en-US" altLang="en-US" sz="1200" dirty="0">
                <a:solidFill>
                  <a:srgbClr val="C77DBB"/>
                </a:solidFill>
                <a:latin typeface="JetBrains Mono"/>
              </a:rPr>
              <a:t>=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findViewById</a:t>
            </a:r>
            <a:r>
              <a:rPr lang="en-US" altLang="en-US" sz="1200" dirty="0">
                <a:solidFill>
                  <a:srgbClr val="C77DBB"/>
                </a:solidFill>
                <a:latin typeface="JetBrains Mono"/>
              </a:rPr>
              <a:t>(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R.id.uservideoView</a:t>
            </a:r>
            <a:r>
              <a:rPr lang="en-US" altLang="en-US" sz="1200" dirty="0">
                <a:solidFill>
                  <a:srgbClr val="C77DBB"/>
                </a:solidFill>
                <a:latin typeface="JetBrains Mono"/>
              </a:rPr>
              <a:t>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C77DBB"/>
                </a:solidFill>
                <a:latin typeface="JetBrains Mono"/>
              </a:rPr>
              <a:t>       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btn_userVideo</a:t>
            </a:r>
            <a:r>
              <a:rPr lang="en-US" altLang="en-US" sz="1200" dirty="0">
                <a:solidFill>
                  <a:srgbClr val="C77DBB"/>
                </a:solidFill>
                <a:latin typeface="JetBrains Mono"/>
              </a:rPr>
              <a:t> =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findViewById</a:t>
            </a:r>
            <a:r>
              <a:rPr lang="en-US" altLang="en-US" sz="1200" dirty="0">
                <a:solidFill>
                  <a:srgbClr val="C77DBB"/>
                </a:solidFill>
                <a:latin typeface="JetBrains Mono"/>
              </a:rPr>
              <a:t>((R.id.button2));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0B287A8-C50D-47D9-332B-695719E57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199" y="3346676"/>
            <a:ext cx="4681267" cy="314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31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2FF0D-7071-EBB4-EF25-45F5892D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video from web URL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D207B-F3ED-5466-44A8-7F2DDD235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950"/>
            <a:ext cx="10648950" cy="5850499"/>
          </a:xfrm>
        </p:spPr>
        <p:txBody>
          <a:bodyPr/>
          <a:lstStyle/>
          <a:p>
            <a:r>
              <a:rPr lang="en-US" dirty="0"/>
              <a:t>Go to the manifest file and add before the application 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243BC0-FD8B-99BA-8BB8-2CDB40202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5675" y="1938338"/>
            <a:ext cx="4181475" cy="36933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&lt;uses-permission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:name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android.permission.INTERNET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&gt;&lt;/uses-permission&gt;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958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82A874-11F3-F8AC-B770-913B893A8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8474964" cy="798755"/>
          </a:xfrm>
        </p:spPr>
        <p:txBody>
          <a:bodyPr anchor="b">
            <a:normAutofit fontScale="90000"/>
          </a:bodyPr>
          <a:lstStyle/>
          <a:p>
            <a:r>
              <a:rPr lang="en-US" sz="5000" dirty="0"/>
              <a:t>Week 9 Prerequisite- Google Map with Android</a:t>
            </a:r>
            <a:endParaRPr lang="en-AU" sz="50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DDB87-F4FC-0013-7414-312F15203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Create new project</a:t>
            </a:r>
          </a:p>
          <a:p>
            <a:r>
              <a:rPr lang="en-US" sz="2200" dirty="0"/>
              <a:t>Create google cloud account if you don’t have</a:t>
            </a:r>
          </a:p>
          <a:p>
            <a:r>
              <a:rPr lang="en-US" sz="2200" dirty="0"/>
              <a:t>Create new project </a:t>
            </a:r>
          </a:p>
          <a:p>
            <a:r>
              <a:rPr lang="en-US" sz="2200" dirty="0"/>
              <a:t>Select API and Services</a:t>
            </a:r>
          </a:p>
          <a:p>
            <a:r>
              <a:rPr lang="en-US" sz="2200" dirty="0"/>
              <a:t>Go to Credentials</a:t>
            </a:r>
          </a:p>
          <a:p>
            <a:r>
              <a:rPr lang="en-US" sz="2200" dirty="0"/>
              <a:t>Create credentials</a:t>
            </a:r>
          </a:p>
          <a:p>
            <a:endParaRPr lang="en-AU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DC7151-1521-FC90-8473-DB1748166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262958"/>
            <a:ext cx="6903720" cy="433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132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450DE-770A-B164-6289-02BA2D4DE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credentials</a:t>
            </a:r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DDF1AA-A298-2DD5-2268-99258A71BC53}"/>
              </a:ext>
            </a:extLst>
          </p:cNvPr>
          <p:cNvSpPr/>
          <p:nvPr/>
        </p:nvSpPr>
        <p:spPr>
          <a:xfrm>
            <a:off x="4426226" y="2279374"/>
            <a:ext cx="3419061" cy="6228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73EBB1-9F15-0F47-64A5-D022913109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3197" y="1862621"/>
            <a:ext cx="7741048" cy="403880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33AED86-836E-46D1-3D35-FA9FE5FCB417}"/>
                  </a:ext>
                </a:extLst>
              </p14:cNvPr>
              <p14:cNvContentPartPr/>
              <p14:nvPr/>
            </p14:nvContentPartPr>
            <p14:xfrm>
              <a:off x="4369763" y="2371023"/>
              <a:ext cx="3189960" cy="463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33AED86-836E-46D1-3D35-FA9FE5FCB4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61123" y="2362383"/>
                <a:ext cx="320760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3C9459F-6D62-A12D-1A78-385D65786E10}"/>
                  </a:ext>
                </a:extLst>
              </p14:cNvPr>
              <p14:cNvContentPartPr/>
              <p14:nvPr/>
            </p14:nvContentPartPr>
            <p14:xfrm>
              <a:off x="5234843" y="1084743"/>
              <a:ext cx="2160" cy="2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3C9459F-6D62-A12D-1A78-385D65786E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26203" y="1076103"/>
                <a:ext cx="19800" cy="198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B50774C-3227-6BF8-3AE4-9A71AB28B27E}"/>
              </a:ext>
            </a:extLst>
          </p:cNvPr>
          <p:cNvSpPr txBox="1"/>
          <p:nvPr/>
        </p:nvSpPr>
        <p:spPr>
          <a:xfrm>
            <a:off x="1165609" y="5773257"/>
            <a:ext cx="6973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 the API key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6028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E0DC6-0EE9-DC54-FFE9-62AFD5AC0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Give Permissions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812889-BD05-C9BE-B417-314F20C40F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097" y="2046034"/>
            <a:ext cx="11496617" cy="1733616"/>
          </a:xfrm>
        </p:spPr>
      </p:pic>
    </p:spTree>
    <p:extLst>
      <p:ext uri="{BB962C8B-B14F-4D97-AF65-F5344CB8AC3E}">
        <p14:creationId xmlns:p14="http://schemas.microsoft.com/office/powerpoint/2010/main" val="2726863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90624-3425-38E4-B8F8-5B5AA2837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08CE9-724C-0575-8642-2B23BC635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meta data and API key.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D8BBDA-EBD9-481F-79B9-3C267F17D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7125" y="255453"/>
            <a:ext cx="6149591" cy="674030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&lt;?</a:t>
            </a:r>
            <a:r>
              <a:rPr lang="en-US" altLang="en-US" sz="1200" dirty="0">
                <a:solidFill>
                  <a:srgbClr val="BCBEC4"/>
                </a:solidFill>
                <a:latin typeface="JetBrains Mono"/>
              </a:rPr>
              <a:t>xml version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="1.0" </a:t>
            </a:r>
            <a:r>
              <a:rPr lang="en-US" altLang="en-US" sz="1200" dirty="0">
                <a:solidFill>
                  <a:srgbClr val="BCBEC4"/>
                </a:solidFill>
                <a:latin typeface="JetBrains Mono"/>
              </a:rPr>
              <a:t>encoding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="utf-8"</a:t>
            </a: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?&gt;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&lt;manifest 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xmlns: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="http://schemas.android.com/</a:t>
            </a:r>
            <a:r>
              <a:rPr lang="en-US" altLang="en-US" sz="1200" dirty="0" err="1">
                <a:solidFill>
                  <a:srgbClr val="6AAB73"/>
                </a:solidFill>
                <a:latin typeface="JetBrains Mono"/>
              </a:rPr>
              <a:t>apk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/res/android"</a:t>
            </a:r>
            <a:br>
              <a:rPr lang="en-US" altLang="en-US" sz="1200" dirty="0">
                <a:solidFill>
                  <a:srgbClr val="6AAB73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    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xmlns: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tools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="http://schemas.android.com/tools"</a:t>
            </a: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&gt;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</a:t>
            </a:r>
            <a:r>
              <a:rPr lang="en-US" altLang="en-US" sz="1200" dirty="0">
                <a:solidFill>
                  <a:srgbClr val="BCBEC4"/>
                </a:solidFill>
                <a:latin typeface="JetBrains Mono"/>
              </a:rPr>
              <a:t>//AIzaSyD5dSSiUr441nz6TFAIVs4pkNsy8LE0iuM</a:t>
            </a:r>
            <a:br>
              <a:rPr lang="en-US" altLang="en-US" sz="1200" dirty="0">
                <a:solidFill>
                  <a:srgbClr val="BCBEC4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BCBEC4"/>
                </a:solidFill>
                <a:latin typeface="JetBrains Mono"/>
              </a:rPr>
              <a:t>    </a:t>
            </a: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&lt;uses-permission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:name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</a:t>
            </a:r>
            <a:r>
              <a:rPr lang="en-US" altLang="en-US" sz="1200" dirty="0" err="1">
                <a:solidFill>
                  <a:srgbClr val="6AAB73"/>
                </a:solidFill>
                <a:latin typeface="JetBrains Mono"/>
              </a:rPr>
              <a:t>android.permission.ACCESS_FINE_LOCATION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"</a:t>
            </a: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/&gt;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&lt;uses-permission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:name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</a:t>
            </a:r>
            <a:r>
              <a:rPr lang="en-US" altLang="en-US" sz="1200" dirty="0" err="1">
                <a:solidFill>
                  <a:srgbClr val="6AAB73"/>
                </a:solidFill>
                <a:latin typeface="JetBrains Mono"/>
              </a:rPr>
              <a:t>android.permission.INTERNET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"</a:t>
            </a: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/&gt;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&lt;uses-permission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:name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</a:t>
            </a:r>
            <a:r>
              <a:rPr lang="en-US" altLang="en-US" sz="1200" dirty="0" err="1">
                <a:solidFill>
                  <a:srgbClr val="6AAB73"/>
                </a:solidFill>
                <a:latin typeface="JetBrains Mono"/>
              </a:rPr>
              <a:t>android.permission.ACCESS_NETWORK_STATE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"</a:t>
            </a: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/&gt;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&lt;uses-permission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:name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</a:t>
            </a:r>
            <a:r>
              <a:rPr lang="en-US" altLang="en-US" sz="1200" dirty="0" err="1">
                <a:solidFill>
                  <a:srgbClr val="6AAB73"/>
                </a:solidFill>
                <a:latin typeface="JetBrains Mono"/>
              </a:rPr>
              <a:t>android.permission.ACCESS_COARSE_LOCATION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"</a:t>
            </a: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/&gt;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&lt;application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   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:allowBackup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="true"</a:t>
            </a:r>
            <a:br>
              <a:rPr lang="en-US" altLang="en-US" sz="1200" dirty="0">
                <a:solidFill>
                  <a:srgbClr val="6AAB73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       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:dataExtractionRules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="@xml/</a:t>
            </a:r>
            <a:r>
              <a:rPr lang="en-US" altLang="en-US" sz="1200" dirty="0" err="1">
                <a:solidFill>
                  <a:srgbClr val="6AAB73"/>
                </a:solidFill>
                <a:latin typeface="JetBrains Mono"/>
              </a:rPr>
              <a:t>data_extraction_rules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"</a:t>
            </a:r>
            <a:br>
              <a:rPr lang="en-US" altLang="en-US" sz="1200" dirty="0">
                <a:solidFill>
                  <a:srgbClr val="6AAB73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       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:fullBackupContent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="@xml/</a:t>
            </a:r>
            <a:r>
              <a:rPr lang="en-US" altLang="en-US" sz="1200" dirty="0" err="1">
                <a:solidFill>
                  <a:srgbClr val="6AAB73"/>
                </a:solidFill>
                <a:latin typeface="JetBrains Mono"/>
              </a:rPr>
              <a:t>backup_rules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"</a:t>
            </a:r>
            <a:br>
              <a:rPr lang="en-US" altLang="en-US" sz="1200" dirty="0">
                <a:solidFill>
                  <a:srgbClr val="6AAB73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       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:icon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="@mipmap/</a:t>
            </a:r>
            <a:r>
              <a:rPr lang="en-US" altLang="en-US" sz="1200" dirty="0" err="1">
                <a:solidFill>
                  <a:srgbClr val="6AAB73"/>
                </a:solidFill>
                <a:latin typeface="JetBrains Mono"/>
              </a:rPr>
              <a:t>ic_launcher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"</a:t>
            </a:r>
            <a:br>
              <a:rPr lang="en-US" altLang="en-US" sz="1200" dirty="0">
                <a:solidFill>
                  <a:srgbClr val="6AAB73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       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:label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="@string/</a:t>
            </a:r>
            <a:r>
              <a:rPr lang="en-US" altLang="en-US" sz="1200" dirty="0" err="1">
                <a:solidFill>
                  <a:srgbClr val="6AAB73"/>
                </a:solidFill>
                <a:latin typeface="JetBrains Mono"/>
              </a:rPr>
              <a:t>app_name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"</a:t>
            </a:r>
            <a:br>
              <a:rPr lang="en-US" altLang="en-US" sz="1200" dirty="0">
                <a:solidFill>
                  <a:srgbClr val="6AAB73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       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:roundIcon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="@mipmap/</a:t>
            </a:r>
            <a:r>
              <a:rPr lang="en-US" altLang="en-US" sz="1200" dirty="0" err="1">
                <a:solidFill>
                  <a:srgbClr val="6AAB73"/>
                </a:solidFill>
                <a:latin typeface="JetBrains Mono"/>
              </a:rPr>
              <a:t>ic_launcher_round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"</a:t>
            </a:r>
            <a:br>
              <a:rPr lang="en-US" altLang="en-US" sz="1200" dirty="0">
                <a:solidFill>
                  <a:srgbClr val="6AAB73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       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:supportsRtl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="true"</a:t>
            </a:r>
            <a:br>
              <a:rPr lang="en-US" altLang="en-US" sz="1200" dirty="0">
                <a:solidFill>
                  <a:srgbClr val="6AAB73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       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:theme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="@style/Theme.Week_09_GoogleMap"</a:t>
            </a:r>
            <a:br>
              <a:rPr lang="en-US" altLang="en-US" sz="1200" dirty="0">
                <a:solidFill>
                  <a:srgbClr val="6AAB73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       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tools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:targetApi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="31"</a:t>
            </a: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&gt;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    &lt;activity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       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:name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=".</a:t>
            </a:r>
            <a:r>
              <a:rPr lang="en-US" altLang="en-US" sz="1200" dirty="0" err="1">
                <a:solidFill>
                  <a:srgbClr val="6AAB73"/>
                </a:solidFill>
                <a:latin typeface="JetBrains Mono"/>
              </a:rPr>
              <a:t>MainActivity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"</a:t>
            </a:r>
            <a:br>
              <a:rPr lang="en-US" altLang="en-US" sz="1200" dirty="0">
                <a:solidFill>
                  <a:srgbClr val="6AAB73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           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:exported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="true"</a:t>
            </a: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&gt;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        &lt;intent-filter&gt;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            &lt;action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:name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</a:t>
            </a:r>
            <a:r>
              <a:rPr lang="en-US" altLang="en-US" sz="1200" dirty="0" err="1">
                <a:solidFill>
                  <a:srgbClr val="6AAB73"/>
                </a:solidFill>
                <a:latin typeface="JetBrains Mono"/>
              </a:rPr>
              <a:t>android.intent.action.MAIN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" </a:t>
            </a: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/&gt;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            &lt;category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:name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</a:t>
            </a:r>
            <a:r>
              <a:rPr lang="en-US" altLang="en-US" sz="1200" dirty="0" err="1">
                <a:solidFill>
                  <a:srgbClr val="6AAB73"/>
                </a:solidFill>
                <a:latin typeface="JetBrains Mono"/>
              </a:rPr>
              <a:t>android.intent.category.LAUNCHER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" </a:t>
            </a: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/&gt;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        &lt;/intent-filter&gt;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    &lt;/activity&gt;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    &lt;meta-data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       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:name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</a:t>
            </a:r>
            <a:r>
              <a:rPr lang="en-US" altLang="en-US" sz="1200" dirty="0" err="1">
                <a:solidFill>
                  <a:srgbClr val="6AAB73"/>
                </a:solidFill>
                <a:latin typeface="JetBrains Mono"/>
              </a:rPr>
              <a:t>com.google.android.geo.API_KEY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"</a:t>
            </a:r>
            <a:br>
              <a:rPr lang="en-US" altLang="en-US" sz="1200" dirty="0">
                <a:solidFill>
                  <a:srgbClr val="6AAB73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            </a:t>
            </a:r>
            <a:r>
              <a:rPr lang="en-US" altLang="en-US" sz="1200" dirty="0" err="1">
                <a:solidFill>
                  <a:srgbClr val="C77DBB"/>
                </a:solidFill>
                <a:latin typeface="JetBrains Mono"/>
              </a:rPr>
              <a:t>android</a:t>
            </a:r>
            <a:r>
              <a:rPr lang="en-US" altLang="en-US" sz="1200" dirty="0" err="1">
                <a:solidFill>
                  <a:srgbClr val="BCBEC4"/>
                </a:solidFill>
                <a:latin typeface="JetBrains Mono"/>
              </a:rPr>
              <a:t>:value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="</a:t>
            </a:r>
            <a:r>
              <a:rPr lang="en-US" altLang="en-US" sz="1200" dirty="0">
                <a:solidFill>
                  <a:srgbClr val="6AAB73"/>
                </a:solidFill>
                <a:highlight>
                  <a:srgbClr val="008000"/>
                </a:highlight>
                <a:latin typeface="JetBrains Mono"/>
              </a:rPr>
              <a:t>AIzaSyD5dSSiUr441nz6TFAIVs4pkNsy8LE0iuM</a:t>
            </a:r>
            <a:r>
              <a:rPr lang="en-US" altLang="en-US" sz="1200" dirty="0">
                <a:solidFill>
                  <a:srgbClr val="6AAB73"/>
                </a:solidFill>
                <a:latin typeface="JetBrains Mono"/>
              </a:rPr>
              <a:t>"</a:t>
            </a: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/&gt;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    &lt;/application&gt;</a:t>
            </a: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br>
              <a:rPr lang="en-US" altLang="en-US" sz="1200" dirty="0">
                <a:solidFill>
                  <a:srgbClr val="D5B77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D5B778"/>
                </a:solidFill>
                <a:latin typeface="JetBrains Mono"/>
              </a:rPr>
              <a:t>&lt;/manifest&gt;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313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30CB44-A787-FB89-7936-6055EBFA2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anchor="b">
            <a:normAutofit/>
          </a:bodyPr>
          <a:lstStyle/>
          <a:p>
            <a:r>
              <a:rPr lang="en-US" sz="4000"/>
              <a:t>Add dependencies </a:t>
            </a:r>
            <a:endParaRPr lang="en-AU" sz="40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DA07324-C74A-6E95-5CB6-C39D8CF1E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86323"/>
            <a:ext cx="4783697" cy="3433583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9FCECF-D6DB-E360-D6FF-E50DAB1A4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424" y="639482"/>
            <a:ext cx="5365375" cy="53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331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3070</TotalTime>
  <Words>722</Words>
  <Application>Microsoft Office PowerPoint</Application>
  <PresentationFormat>Widescreen</PresentationFormat>
  <Paragraphs>73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JetBrains Mono</vt:lpstr>
      <vt:lpstr>Office Theme</vt:lpstr>
      <vt:lpstr>Week 08 - Media</vt:lpstr>
      <vt:lpstr>Set up Media Player</vt:lpstr>
      <vt:lpstr>PowerPoint Presentation</vt:lpstr>
      <vt:lpstr>Provide Duration - SetOnCompletionListener</vt:lpstr>
      <vt:lpstr>Create SeekBar</vt:lpstr>
      <vt:lpstr>Play video – videoview</vt:lpstr>
      <vt:lpstr>PowerPoint Presentation</vt:lpstr>
      <vt:lpstr>PowerPoint Presentation</vt:lpstr>
      <vt:lpstr>Add media controller</vt:lpstr>
      <vt:lpstr>Add  video based on user preference from download folder.</vt:lpstr>
      <vt:lpstr>How to put media or any files inside the download folder of emulator.</vt:lpstr>
      <vt:lpstr>PowerPoint Presentation</vt:lpstr>
      <vt:lpstr>Load video from web URL</vt:lpstr>
      <vt:lpstr>Week 9 Prerequisite- Google Map with Android</vt:lpstr>
      <vt:lpstr>Create credentials</vt:lpstr>
      <vt:lpstr>Give Permissions</vt:lpstr>
      <vt:lpstr>PowerPoint Presentation</vt:lpstr>
      <vt:lpstr>Add dependencies </vt:lpstr>
    </vt:vector>
  </TitlesOfParts>
  <Company>Deakin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SHANIKA IROSHI NANAYAKKARA</dc:creator>
  <cp:lastModifiedBy>SHANIKA IROSHI NANAYAKKARA</cp:lastModifiedBy>
  <cp:revision>1</cp:revision>
  <dcterms:created xsi:type="dcterms:W3CDTF">2025-04-28T04:57:14Z</dcterms:created>
  <dcterms:modified xsi:type="dcterms:W3CDTF">2025-04-30T08:26:30Z</dcterms:modified>
</cp:coreProperties>
</file>